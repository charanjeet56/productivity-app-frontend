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sumarthi, Chandrasekhar (Cognizant)" userId="39f1d5aa-bce1-4164-91a3-1b9ab75959b0" providerId="ADAL" clId="{FAE7AC60-B40E-45D1-9052-0AA041678264}"/>
    <pc:docChg chg="modSld">
      <pc:chgData name="Pasumarthi, Chandrasekhar (Cognizant)" userId="39f1d5aa-bce1-4164-91a3-1b9ab75959b0" providerId="ADAL" clId="{FAE7AC60-B40E-45D1-9052-0AA041678264}" dt="2025-11-05T04:14:13.026" v="0" actId="1076"/>
      <pc:docMkLst>
        <pc:docMk/>
      </pc:docMkLst>
      <pc:sldChg chg="modSp mod">
        <pc:chgData name="Pasumarthi, Chandrasekhar (Cognizant)" userId="39f1d5aa-bce1-4164-91a3-1b9ab75959b0" providerId="ADAL" clId="{FAE7AC60-B40E-45D1-9052-0AA041678264}" dt="2025-11-05T04:14:13.026" v="0" actId="1076"/>
        <pc:sldMkLst>
          <pc:docMk/>
          <pc:sldMk cId="789805391" sldId="258"/>
        </pc:sldMkLst>
        <pc:spChg chg="mod">
          <ac:chgData name="Pasumarthi, Chandrasekhar (Cognizant)" userId="39f1d5aa-bce1-4164-91a3-1b9ab75959b0" providerId="ADAL" clId="{FAE7AC60-B40E-45D1-9052-0AA041678264}" dt="2025-11-05T04:14:13.026" v="0" actId="1076"/>
          <ac:spMkLst>
            <pc:docMk/>
            <pc:sldMk cId="789805391" sldId="258"/>
            <ac:spMk id="3" creationId="{17526696-4C8E-0FC3-41B2-DAA671B948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6180E-A35C-2A55-6FB4-C20DF8D16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F09EDF-94EC-0B79-2033-387BF3815D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72859-7FF7-09AB-246E-E8F18D0D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72DB03-242E-8EF8-4690-8A43DB06D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67E6C4-B1FD-4602-4674-02943E497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147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77D86-D5AA-4A56-FAF2-03AC34162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BD78F7-08DE-3A0A-C96E-3DB4163A7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37A55-94EE-43B8-2454-EF57E8D4D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97610E-A7E4-A6AC-DBEC-4E2D88B74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7BDFA-2F38-4640-E751-A576A88A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3326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CF76D-304D-DD90-6284-8D284EA55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9EA561-2EBE-7AAE-CFEF-1E2D6D3D04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3C5EE9-E7DB-FA85-7189-834C93D45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A5743F-E233-2B52-F43B-0ABE721AD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7E09B-D2EE-4FEE-0C4E-381B2D8B6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4694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F738B-30AA-189D-6F48-D063B5B2D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A0041-E3E1-3FDF-0B46-4FEB1E669A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7777D6-3C11-1825-779B-18A60F89FD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98F003-7CA7-D47B-BF5D-2F95104A7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5D5EA-1128-0A00-86F7-92AD46077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04FF57-7C64-93B4-7304-22D55E1E9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9797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DFC84-1485-500A-6E43-A37CC7EFC9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05F93D-D39B-7734-8218-5152EB796D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ABAF89-0125-9C15-00A7-40549E91F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86987F-5AAC-A46C-5A89-D4CBE6019F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682951-99FE-4868-AC05-EFD85F974A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23F67-4E02-AB3A-6980-D5FA05BCF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B60154-9AB5-5D61-98A4-1DCE7D9A4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C08FCB-840F-121E-BCAE-708D1823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9663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C2BAB-F5FB-CB7B-5B6B-5C6C7CF5E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447A0C-8EE1-6914-5A5E-347069D1D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ECCA4-85E0-8F06-ECF9-A7BE8E04A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358A9B-68A9-F7EE-208A-4B870B5AB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917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1C92A1-2479-F447-F979-BAD8ED56E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3F3C99-349A-8264-C635-EA11FA5A6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FE9D22-A1D8-9C2E-FFB8-B3F78826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765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E16E2-40CB-F9A3-A720-4A25EAFE1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3AFD0-2B3D-687A-40E6-88C68E6F3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57F84B-DDBE-3EDF-5568-5ED752C00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694F3D-F9FF-2479-F99C-46FC2C72C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49FA46-257D-7C98-85BF-1725639E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75F96-38CD-8F12-D7EA-BE202E6D0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76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A0983-0F2D-6997-07DF-FA1EF7F36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AE03F8-532B-7B61-97B0-8A6C6DCF76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5AFE6-0116-681D-DDCD-087EE536AF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BEAEC6-BBEE-DEF1-ECE9-CE3756EC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6471D3-FD37-DF29-3852-73538FDE6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994A15-BD89-934D-FC49-766F3F12E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5186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2F465-871F-F4B4-372F-7AE68DFD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B39BBB-DC09-C11B-CF4F-98D8EC0B52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4F65C0-F765-6866-B3A0-9D04B417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3F3A27-57FE-E14E-5BB4-1102C1FC1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0E0C40-FC33-F63C-B588-B9C62528B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945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89DD1C-EF93-7A6F-EDB1-1DCB338A5B8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FEFFE8-C115-BC78-A840-56BCB18F7F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6F2E-2E50-AF5D-DFFD-2EDF29520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2F6D2-2447-A23B-6AD0-A640F413B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5FE1C-2BD4-B3EB-7AB2-9D715E093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9040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A3A438-4AFE-243F-2781-6B833F127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25A17-C3BD-5C9B-D9DF-85B8BE742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6A042-FB36-9092-B9B1-13FCDB309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CD6403-3E11-428C-BECF-798AE17CD6FA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87753-F00F-B828-B530-FFC47ECBB5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C0ADF-F560-97D2-D8D6-E50A29E15B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CC6410-9784-4B55-8528-E7FE211CC73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92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76902E-8A62-804A-4F54-99CA0F6929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0" y="1050595"/>
            <a:ext cx="8074815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000" b="1" u="sng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MuleSoft Catalyst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F285DE-69E3-2ACA-CDF1-CA29BFDFB3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7864" y="2450593"/>
            <a:ext cx="8162191" cy="33192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 on the concepts of identifying business outcomes, enabling the organization, and delivering technology.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MuleSoft Catalyst pillars are further broken into six paths for users to follow: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outcomes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Anypoint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Platform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Projects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Center for Enablement (C4E)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Internal support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</a:t>
            </a:r>
          </a:p>
        </p:txBody>
      </p:sp>
    </p:spTree>
    <p:extLst>
      <p:ext uri="{BB962C8B-B14F-4D97-AF65-F5344CB8AC3E}">
        <p14:creationId xmlns:p14="http://schemas.microsoft.com/office/powerpoint/2010/main" val="2775088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53F304-2520-4FEE-F17D-B1126463E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EC2D8B-F9D6-2BEE-0A30-0D8A82324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B16B176-A437-FB05-B499-CF0BE439B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9A3A23-74D4-D27F-AD18-6174952E54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526696-4C8E-0FC3-41B2-DAA671B948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25296" y="2031647"/>
            <a:ext cx="8162191" cy="331927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path has been prepared into a rich playbook and containing best practices to accelerate customer success.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of these six playbooks, we follow a consistent approach to planning for success, establishing the foundation, building to scale, and measuring impact to ensure the customer is achieving the desired outcomes.</a:t>
            </a:r>
          </a:p>
        </p:txBody>
      </p:sp>
    </p:spTree>
    <p:extLst>
      <p:ext uri="{BB962C8B-B14F-4D97-AF65-F5344CB8AC3E}">
        <p14:creationId xmlns:p14="http://schemas.microsoft.com/office/powerpoint/2010/main" val="7898053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46FE04-7A03-5CFA-FAC3-0416C9000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950B53B-C7CF-44C4-04C1-3DFFCEB78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25F347D4-F2D5-5F07-88C5-4638121D5C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0680DF-EBF9-6208-C4A7-DFDAFD29F0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E5260-D94F-2280-B2A3-3776EEB3ED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0899" y="924090"/>
            <a:ext cx="6979010" cy="105647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114300" algn="l"/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Paths to Follow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05D157-300D-EFC3-262D-62867C2D5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899" y="2079171"/>
            <a:ext cx="7750909" cy="3766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961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106</Words>
  <Application>Microsoft Office PowerPoint</Application>
  <PresentationFormat>Widescreen</PresentationFormat>
  <Paragraphs>12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MuleSoft Catalyst</vt:lpstr>
      <vt:lpstr>PowerPoint Presentation</vt:lpstr>
      <vt:lpstr>PowerPoint Presentation</vt:lpstr>
    </vt:vector>
  </TitlesOfParts>
  <Company>Cognizant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Pasumarthi, Chandrasekhar (Cognizant)</dc:creator>
  <cp:lastModifiedBy>Pasumarthi, Chandrasekhar (Cognizant)</cp:lastModifiedBy>
  <cp:revision>1</cp:revision>
  <dcterms:created xsi:type="dcterms:W3CDTF">2025-11-05T03:51:29Z</dcterms:created>
  <dcterms:modified xsi:type="dcterms:W3CDTF">2025-11-05T04:14:21Z</dcterms:modified>
</cp:coreProperties>
</file>