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8"/>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uleSoft Integration Architecture and API-led Connectivity" id="{4BD58F7E-BEBE-4AA2-A921-E563450E7996}">
          <p14:sldIdLst>
            <p14:sldId id="2561"/>
          </p14:sldIdLst>
        </p14:section>
        <p14:section name="MuleSoft Integration Overview" id="{7B054975-74BF-41DC-9411-03FCD6EC0C5A}">
          <p14:sldIdLst>
            <p14:sldId id="2562"/>
            <p14:sldId id="2563"/>
            <p14:sldId id="2564"/>
          </p14:sldIdLst>
        </p14:section>
        <p14:section name="Anypoint Platform Components" id="{6D8BDB17-A3AD-4FEA-9456-94530A2BE9A4}">
          <p14:sldIdLst>
            <p14:sldId id="2565"/>
            <p14:sldId id="2566"/>
          </p14:sldIdLst>
        </p14:section>
        <p14:section name="Deployment and Security" id="{844571E7-D8E0-477C-8D6B-D62911D97039}">
          <p14:sldIdLst>
            <p14:sldId id="2567"/>
            <p14:sldId id="2568"/>
            <p14:sldId id="2569"/>
          </p14:sldIdLst>
        </p14:section>
        <p14:section name="Integration Patterns" id="{D23A8BC8-3F1B-4B50-8E16-9330BBF927B6}">
          <p14:sldIdLst>
            <p14:sldId id="2570"/>
            <p14:sldId id="2571"/>
          </p14:sldIdLst>
        </p14:section>
        <p14:section name="Visual Representation" id="{4CED2B28-400E-4E6A-992E-A21AA41F2C6F}">
          <p14:sldIdLst>
            <p14:sldId id="2572"/>
            <p14:sldId id="25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B90C2E-3790-4DBC-92E0-478DC3DC1CE7}" v="1" dt="2025-11-06T04:17:00.478"/>
    <p1510:client id="{EEA4FEC8-D9A2-47AD-B836-78D7373F8150}" v="15" dt="2025-11-05T15:55:34.7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47" autoAdjust="0"/>
    <p:restoredTop sz="94660"/>
  </p:normalViewPr>
  <p:slideViewPr>
    <p:cSldViewPr>
      <p:cViewPr varScale="1">
        <p:scale>
          <a:sx n="70" d="100"/>
          <a:sy n="70" d="100"/>
        </p:scale>
        <p:origin x="34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EEA4FEC8-D9A2-47AD-B836-78D7373F8150}"/>
    <pc:docChg chg="addSld delSld modSld addSection">
      <pc:chgData name="" userId="" providerId="" clId="Web-{EEA4FEC8-D9A2-47AD-B836-78D7373F8150}" dt="2025-11-05T15:55:34.777" v="15" actId="34807"/>
      <pc:docMkLst>
        <pc:docMk/>
      </pc:docMkLst>
      <pc:sldChg chg="del">
        <pc:chgData name="" userId="" providerId="" clId="Web-{EEA4FEC8-D9A2-47AD-B836-78D7373F8150}" dt="2025-11-05T15:55:34.715" v="0" actId="34807"/>
        <pc:sldMkLst>
          <pc:docMk/>
          <pc:sldMk cId="2716566729" sldId="257"/>
        </pc:sldMkLst>
      </pc:sldChg>
      <pc:sldChg chg="modSp add addAnim">
        <pc:chgData name="" userId="" providerId="" clId="Web-{EEA4FEC8-D9A2-47AD-B836-78D7373F8150}" dt="2025-11-05T15:55:34.777" v="4" actId="34807"/>
        <pc:sldMkLst>
          <pc:docMk/>
          <pc:sldMk cId="300545933" sldId="2561"/>
        </pc:sldMkLst>
        <pc:spChg chg="mod">
          <ac:chgData name="" userId="" providerId="" clId="Web-{EEA4FEC8-D9A2-47AD-B836-78D7373F8150}" dt="2025-11-05T15:55:34.777" v="1" actId="34807"/>
          <ac:spMkLst>
            <pc:docMk/>
            <pc:sldMk cId="300545933" sldId="2561"/>
            <ac:spMk id="2" creationId="{4C25AED4-C8CA-0117-E47A-E83C66035042}"/>
          </ac:spMkLst>
        </pc:spChg>
        <pc:spChg chg="mod">
          <ac:chgData name="" userId="" providerId="" clId="Web-{EEA4FEC8-D9A2-47AD-B836-78D7373F8150}" dt="2025-11-05T15:55:34.777" v="1" actId="34807"/>
          <ac:spMkLst>
            <pc:docMk/>
            <pc:sldMk cId="300545933" sldId="2561"/>
            <ac:spMk id="3" creationId="{2A22FD11-4CDF-2CFF-36C1-76EB9C546231}"/>
          </ac:spMkLst>
        </pc:spChg>
      </pc:sldChg>
      <pc:sldChg chg="modSp add mod modTransition addAnim chgLayout">
        <pc:chgData name="" userId="" providerId="" clId="Web-{EEA4FEC8-D9A2-47AD-B836-78D7373F8150}" dt="2025-11-05T15:55:34.777" v="5" actId="34807"/>
        <pc:sldMkLst>
          <pc:docMk/>
          <pc:sldMk cId="3778918911" sldId="2562"/>
        </pc:sldMkLst>
        <pc:spChg chg="mod">
          <ac:chgData name="" userId="" providerId="" clId="Web-{EEA4FEC8-D9A2-47AD-B836-78D7373F8150}" dt="2025-11-05T15:55:34.777" v="1" actId="34807"/>
          <ac:spMkLst>
            <pc:docMk/>
            <pc:sldMk cId="3778918911" sldId="2562"/>
            <ac:spMk id="2" creationId="{D44D8151-CADD-E9F1-1D31-4F37DB15810F}"/>
          </ac:spMkLst>
        </pc:spChg>
      </pc:sldChg>
      <pc:sldChg chg="modSp add mod modTransition modClrScheme addAnim chgLayout">
        <pc:chgData name="" userId="" providerId="" clId="Web-{EEA4FEC8-D9A2-47AD-B836-78D7373F8150}" dt="2025-11-05T15:55:34.777" v="6" actId="34807"/>
        <pc:sldMkLst>
          <pc:docMk/>
          <pc:sldMk cId="1294442875" sldId="2563"/>
        </pc:sldMkLst>
        <pc:spChg chg="mod">
          <ac:chgData name="" userId="" providerId="" clId="Web-{EEA4FEC8-D9A2-47AD-B836-78D7373F8150}" dt="2025-11-05T15:55:34.777" v="1" actId="34807"/>
          <ac:spMkLst>
            <pc:docMk/>
            <pc:sldMk cId="1294442875" sldId="2563"/>
            <ac:spMk id="2" creationId="{5D6DD828-5D4F-26AC-F403-22BA019808FF}"/>
          </ac:spMkLst>
        </pc:spChg>
        <pc:spChg chg="mod">
          <ac:chgData name="" userId="" providerId="" clId="Web-{EEA4FEC8-D9A2-47AD-B836-78D7373F8150}" dt="2025-11-05T15:55:34.777" v="1" actId="34807"/>
          <ac:spMkLst>
            <pc:docMk/>
            <pc:sldMk cId="1294442875" sldId="2563"/>
            <ac:spMk id="4" creationId="{0C59D0BD-C239-4A8D-EF48-8F54B80B3270}"/>
          </ac:spMkLst>
        </pc:spChg>
        <pc:picChg chg="mod">
          <ac:chgData name="" userId="" providerId="" clId="Web-{EEA4FEC8-D9A2-47AD-B836-78D7373F8150}" dt="2025-11-05T15:55:34.777" v="1" actId="34807"/>
          <ac:picMkLst>
            <pc:docMk/>
            <pc:sldMk cId="1294442875" sldId="2563"/>
            <ac:picMk id="5" creationId="{3C31CC94-D37A-4BC8-A7D9-208ECFF4EB73}"/>
          </ac:picMkLst>
        </pc:picChg>
      </pc:sldChg>
      <pc:sldChg chg="modSp add mod modTransition modClrScheme addAnim chgLayout">
        <pc:chgData name="" userId="" providerId="" clId="Web-{EEA4FEC8-D9A2-47AD-B836-78D7373F8150}" dt="2025-11-05T15:55:34.777" v="7" actId="34807"/>
        <pc:sldMkLst>
          <pc:docMk/>
          <pc:sldMk cId="1918930364" sldId="2564"/>
        </pc:sldMkLst>
        <pc:spChg chg="mod">
          <ac:chgData name="" userId="" providerId="" clId="Web-{EEA4FEC8-D9A2-47AD-B836-78D7373F8150}" dt="2025-11-05T15:55:34.777" v="1" actId="34807"/>
          <ac:spMkLst>
            <pc:docMk/>
            <pc:sldMk cId="1918930364" sldId="2564"/>
            <ac:spMk id="2" creationId="{D42BED1E-E86F-23BF-B96A-5C2FBEBB0E31}"/>
          </ac:spMkLst>
        </pc:spChg>
        <pc:spChg chg="mod">
          <ac:chgData name="" userId="" providerId="" clId="Web-{EEA4FEC8-D9A2-47AD-B836-78D7373F8150}" dt="2025-11-05T15:55:34.777" v="1" actId="34807"/>
          <ac:spMkLst>
            <pc:docMk/>
            <pc:sldMk cId="1918930364" sldId="2564"/>
            <ac:spMk id="4" creationId="{B7FB7FE1-9183-0B5D-5A1E-03DFFC7007BF}"/>
          </ac:spMkLst>
        </pc:spChg>
        <pc:picChg chg="mod">
          <ac:chgData name="" userId="" providerId="" clId="Web-{EEA4FEC8-D9A2-47AD-B836-78D7373F8150}" dt="2025-11-05T15:55:34.777" v="1" actId="34807"/>
          <ac:picMkLst>
            <pc:docMk/>
            <pc:sldMk cId="1918930364" sldId="2564"/>
            <ac:picMk id="5" creationId="{99F729A4-BDFE-4989-9127-67B3056D7F92}"/>
          </ac:picMkLst>
        </pc:picChg>
      </pc:sldChg>
      <pc:sldChg chg="modSp add mod modTransition addAnim chgLayout">
        <pc:chgData name="" userId="" providerId="" clId="Web-{EEA4FEC8-D9A2-47AD-B836-78D7373F8150}" dt="2025-11-05T15:55:34.777" v="8" actId="34807"/>
        <pc:sldMkLst>
          <pc:docMk/>
          <pc:sldMk cId="1682925749" sldId="2565"/>
        </pc:sldMkLst>
        <pc:spChg chg="mod">
          <ac:chgData name="" userId="" providerId="" clId="Web-{EEA4FEC8-D9A2-47AD-B836-78D7373F8150}" dt="2025-11-05T15:55:34.777" v="1" actId="34807"/>
          <ac:spMkLst>
            <pc:docMk/>
            <pc:sldMk cId="1682925749" sldId="2565"/>
            <ac:spMk id="2" creationId="{AA34133C-D0D2-CCA5-AA64-3186BB735E60}"/>
          </ac:spMkLst>
        </pc:spChg>
      </pc:sldChg>
      <pc:sldChg chg="modSp add mod modTransition modClrScheme addAnim chgLayout">
        <pc:chgData name="" userId="" providerId="" clId="Web-{EEA4FEC8-D9A2-47AD-B836-78D7373F8150}" dt="2025-11-05T15:55:34.777" v="9" actId="34807"/>
        <pc:sldMkLst>
          <pc:docMk/>
          <pc:sldMk cId="2491963652" sldId="2566"/>
        </pc:sldMkLst>
        <pc:spChg chg="mod">
          <ac:chgData name="" userId="" providerId="" clId="Web-{EEA4FEC8-D9A2-47AD-B836-78D7373F8150}" dt="2025-11-05T15:55:34.777" v="1" actId="34807"/>
          <ac:spMkLst>
            <pc:docMk/>
            <pc:sldMk cId="2491963652" sldId="2566"/>
            <ac:spMk id="2" creationId="{E1FDF302-BF60-E431-9EFD-531D44595F38}"/>
          </ac:spMkLst>
        </pc:spChg>
        <pc:spChg chg="mod">
          <ac:chgData name="" userId="" providerId="" clId="Web-{EEA4FEC8-D9A2-47AD-B836-78D7373F8150}" dt="2025-11-05T15:55:34.777" v="1" actId="34807"/>
          <ac:spMkLst>
            <pc:docMk/>
            <pc:sldMk cId="2491963652" sldId="2566"/>
            <ac:spMk id="4" creationId="{E1CD661A-33F0-5C17-006A-EFE8B52900C9}"/>
          </ac:spMkLst>
        </pc:spChg>
        <pc:picChg chg="mod">
          <ac:chgData name="" userId="" providerId="" clId="Web-{EEA4FEC8-D9A2-47AD-B836-78D7373F8150}" dt="2025-11-05T15:55:34.777" v="1" actId="34807"/>
          <ac:picMkLst>
            <pc:docMk/>
            <pc:sldMk cId="2491963652" sldId="2566"/>
            <ac:picMk id="5" creationId="{B47F4519-25DB-400E-BE90-F21B7DB95176}"/>
          </ac:picMkLst>
        </pc:picChg>
      </pc:sldChg>
      <pc:sldChg chg="modSp add mod modTransition addAnim chgLayout">
        <pc:chgData name="" userId="" providerId="" clId="Web-{EEA4FEC8-D9A2-47AD-B836-78D7373F8150}" dt="2025-11-05T15:55:34.777" v="10" actId="34807"/>
        <pc:sldMkLst>
          <pc:docMk/>
          <pc:sldMk cId="1191121772" sldId="2567"/>
        </pc:sldMkLst>
        <pc:spChg chg="mod">
          <ac:chgData name="" userId="" providerId="" clId="Web-{EEA4FEC8-D9A2-47AD-B836-78D7373F8150}" dt="2025-11-05T15:55:34.777" v="1" actId="34807"/>
          <ac:spMkLst>
            <pc:docMk/>
            <pc:sldMk cId="1191121772" sldId="2567"/>
            <ac:spMk id="2" creationId="{0DC75059-98BC-137C-5C48-C70CDF32FFBD}"/>
          </ac:spMkLst>
        </pc:spChg>
      </pc:sldChg>
      <pc:sldChg chg="modSp add mod modTransition modClrScheme addAnim chgLayout">
        <pc:chgData name="" userId="" providerId="" clId="Web-{EEA4FEC8-D9A2-47AD-B836-78D7373F8150}" dt="2025-11-05T15:55:34.777" v="11" actId="34807"/>
        <pc:sldMkLst>
          <pc:docMk/>
          <pc:sldMk cId="3950820465" sldId="2568"/>
        </pc:sldMkLst>
        <pc:spChg chg="mod">
          <ac:chgData name="" userId="" providerId="" clId="Web-{EEA4FEC8-D9A2-47AD-B836-78D7373F8150}" dt="2025-11-05T15:55:34.777" v="1" actId="34807"/>
          <ac:spMkLst>
            <pc:docMk/>
            <pc:sldMk cId="3950820465" sldId="2568"/>
            <ac:spMk id="2" creationId="{C24B7AE5-3709-49A3-6C09-A866477988A4}"/>
          </ac:spMkLst>
        </pc:spChg>
        <pc:spChg chg="mod">
          <ac:chgData name="" userId="" providerId="" clId="Web-{EEA4FEC8-D9A2-47AD-B836-78D7373F8150}" dt="2025-11-05T15:55:34.777" v="1" actId="34807"/>
          <ac:spMkLst>
            <pc:docMk/>
            <pc:sldMk cId="3950820465" sldId="2568"/>
            <ac:spMk id="4" creationId="{90CA24FB-8783-8870-6FF1-AC53EC9C3646}"/>
          </ac:spMkLst>
        </pc:spChg>
        <pc:picChg chg="mod">
          <ac:chgData name="" userId="" providerId="" clId="Web-{EEA4FEC8-D9A2-47AD-B836-78D7373F8150}" dt="2025-11-05T15:55:34.777" v="1" actId="34807"/>
          <ac:picMkLst>
            <pc:docMk/>
            <pc:sldMk cId="3950820465" sldId="2568"/>
            <ac:picMk id="5" creationId="{519B5BBF-20F0-4869-81E8-20086F702457}"/>
          </ac:picMkLst>
        </pc:picChg>
      </pc:sldChg>
      <pc:sldChg chg="modSp add mod modTransition modClrScheme addAnim chgLayout">
        <pc:chgData name="" userId="" providerId="" clId="Web-{EEA4FEC8-D9A2-47AD-B836-78D7373F8150}" dt="2025-11-05T15:55:34.777" v="12" actId="34807"/>
        <pc:sldMkLst>
          <pc:docMk/>
          <pc:sldMk cId="3839742609" sldId="2569"/>
        </pc:sldMkLst>
        <pc:spChg chg="mod">
          <ac:chgData name="" userId="" providerId="" clId="Web-{EEA4FEC8-D9A2-47AD-B836-78D7373F8150}" dt="2025-11-05T15:55:34.777" v="1" actId="34807"/>
          <ac:spMkLst>
            <pc:docMk/>
            <pc:sldMk cId="3839742609" sldId="2569"/>
            <ac:spMk id="2" creationId="{5E783EC6-D466-9D16-CDBE-1136CC99DB94}"/>
          </ac:spMkLst>
        </pc:spChg>
        <pc:spChg chg="mod">
          <ac:chgData name="" userId="" providerId="" clId="Web-{EEA4FEC8-D9A2-47AD-B836-78D7373F8150}" dt="2025-11-05T15:55:34.777" v="1" actId="34807"/>
          <ac:spMkLst>
            <pc:docMk/>
            <pc:sldMk cId="3839742609" sldId="2569"/>
            <ac:spMk id="4" creationId="{933CEDC9-87B1-45CD-14D5-8AB47AFC134B}"/>
          </ac:spMkLst>
        </pc:spChg>
        <pc:picChg chg="mod">
          <ac:chgData name="" userId="" providerId="" clId="Web-{EEA4FEC8-D9A2-47AD-B836-78D7373F8150}" dt="2025-11-05T15:55:34.777" v="1" actId="34807"/>
          <ac:picMkLst>
            <pc:docMk/>
            <pc:sldMk cId="3839742609" sldId="2569"/>
            <ac:picMk id="5" creationId="{024155A8-B768-4428-9108-604B2B609710}"/>
          </ac:picMkLst>
        </pc:picChg>
      </pc:sldChg>
      <pc:sldChg chg="modSp add mod modTransition addAnim chgLayout">
        <pc:chgData name="" userId="" providerId="" clId="Web-{EEA4FEC8-D9A2-47AD-B836-78D7373F8150}" dt="2025-11-05T15:55:34.777" v="13" actId="34807"/>
        <pc:sldMkLst>
          <pc:docMk/>
          <pc:sldMk cId="2758976855" sldId="2570"/>
        </pc:sldMkLst>
        <pc:spChg chg="mod">
          <ac:chgData name="" userId="" providerId="" clId="Web-{EEA4FEC8-D9A2-47AD-B836-78D7373F8150}" dt="2025-11-05T15:55:34.777" v="1" actId="34807"/>
          <ac:spMkLst>
            <pc:docMk/>
            <pc:sldMk cId="2758976855" sldId="2570"/>
            <ac:spMk id="2" creationId="{0E37E7A3-8E51-4DF3-7468-22F5D33F0CDD}"/>
          </ac:spMkLst>
        </pc:spChg>
      </pc:sldChg>
      <pc:sldChg chg="modSp add mod modTransition modClrScheme addAnim chgLayout">
        <pc:chgData name="" userId="" providerId="" clId="Web-{EEA4FEC8-D9A2-47AD-B836-78D7373F8150}" dt="2025-11-05T15:55:34.777" v="14" actId="34807"/>
        <pc:sldMkLst>
          <pc:docMk/>
          <pc:sldMk cId="690981586" sldId="2571"/>
        </pc:sldMkLst>
        <pc:spChg chg="mod">
          <ac:chgData name="" userId="" providerId="" clId="Web-{EEA4FEC8-D9A2-47AD-B836-78D7373F8150}" dt="2025-11-05T15:55:34.777" v="1" actId="34807"/>
          <ac:spMkLst>
            <pc:docMk/>
            <pc:sldMk cId="690981586" sldId="2571"/>
            <ac:spMk id="2" creationId="{04B8CF9D-1363-CCB8-3CFF-8FAD1EE42D60}"/>
          </ac:spMkLst>
        </pc:spChg>
        <pc:spChg chg="mod">
          <ac:chgData name="" userId="" providerId="" clId="Web-{EEA4FEC8-D9A2-47AD-B836-78D7373F8150}" dt="2025-11-05T15:55:34.777" v="1" actId="34807"/>
          <ac:spMkLst>
            <pc:docMk/>
            <pc:sldMk cId="690981586" sldId="2571"/>
            <ac:spMk id="4" creationId="{305F166D-B124-ACE8-8471-13A7F429E1F5}"/>
          </ac:spMkLst>
        </pc:spChg>
        <pc:picChg chg="mod">
          <ac:chgData name="" userId="" providerId="" clId="Web-{EEA4FEC8-D9A2-47AD-B836-78D7373F8150}" dt="2025-11-05T15:55:34.777" v="1" actId="34807"/>
          <ac:picMkLst>
            <pc:docMk/>
            <pc:sldMk cId="690981586" sldId="2571"/>
            <ac:picMk id="5" creationId="{85302431-E6D4-48CD-91AC-0E97F366D546}"/>
          </ac:picMkLst>
        </pc:picChg>
      </pc:sldChg>
      <pc:sldChg chg="modSp add mod modTransition addAnim chgLayout">
        <pc:chgData name="" userId="" providerId="" clId="Web-{EEA4FEC8-D9A2-47AD-B836-78D7373F8150}" dt="2025-11-05T15:55:34.777" v="15" actId="34807"/>
        <pc:sldMkLst>
          <pc:docMk/>
          <pc:sldMk cId="544915802" sldId="2572"/>
        </pc:sldMkLst>
        <pc:spChg chg="mod">
          <ac:chgData name="" userId="" providerId="" clId="Web-{EEA4FEC8-D9A2-47AD-B836-78D7373F8150}" dt="2025-11-05T15:55:34.777" v="1" actId="34807"/>
          <ac:spMkLst>
            <pc:docMk/>
            <pc:sldMk cId="544915802" sldId="2572"/>
            <ac:spMk id="2" creationId="{59E1587A-E330-A69E-9CA1-F2F6561F7A69}"/>
          </ac:spMkLst>
        </pc:spChg>
      </pc:sldChg>
      <pc:sldChg chg="modSp add mod modTransition modClrScheme chgLayout">
        <pc:chgData name="" userId="" providerId="" clId="Web-{EEA4FEC8-D9A2-47AD-B836-78D7373F8150}" dt="2025-11-05T15:55:34.777" v="1" actId="34807"/>
        <pc:sldMkLst>
          <pc:docMk/>
          <pc:sldMk cId="2125342959" sldId="2573"/>
        </pc:sldMkLst>
        <pc:spChg chg="mod">
          <ac:chgData name="" userId="" providerId="" clId="Web-{EEA4FEC8-D9A2-47AD-B836-78D7373F8150}" dt="2025-11-05T15:55:34.777" v="1" actId="34807"/>
          <ac:spMkLst>
            <pc:docMk/>
            <pc:sldMk cId="2125342959" sldId="2573"/>
            <ac:spMk id="2" creationId="{81801A5D-F88A-ED97-55F5-341CDEB0F43C}"/>
          </ac:spMkLst>
        </pc:spChg>
        <pc:graphicFrameChg chg="mod">
          <ac:chgData name="" userId="" providerId="" clId="Web-{EEA4FEC8-D9A2-47AD-B836-78D7373F8150}" dt="2025-11-05T15:55:34.777" v="1" actId="34807"/>
          <ac:graphicFrameMkLst>
            <pc:docMk/>
            <pc:sldMk cId="2125342959" sldId="2573"/>
            <ac:graphicFrameMk id="5" creationId="{F5A2624C-8E5C-4250-B65A-72C95232AFFE}"/>
          </ac:graphicFrameMkLst>
        </pc:graphicFrameChg>
      </pc:sldChg>
    </pc:docChg>
  </pc:docChgLst>
  <pc:docChgLst>
    <pc:chgData name="Pasumarthi, Chandrasekhar (Cognizant)" userId="39f1d5aa-bce1-4164-91a3-1b9ab75959b0" providerId="ADAL" clId="{FAE7AC60-B40E-45D1-9052-0AA041678264}"/>
    <pc:docChg chg="undo custSel modSld">
      <pc:chgData name="Pasumarthi, Chandrasekhar (Cognizant)" userId="39f1d5aa-bce1-4164-91a3-1b9ab75959b0" providerId="ADAL" clId="{FAE7AC60-B40E-45D1-9052-0AA041678264}" dt="2025-11-06T04:17:34.831" v="9" actId="1076"/>
      <pc:docMkLst>
        <pc:docMk/>
      </pc:docMkLst>
      <pc:sldChg chg="addSp modSp mod">
        <pc:chgData name="Pasumarthi, Chandrasekhar (Cognizant)" userId="39f1d5aa-bce1-4164-91a3-1b9ab75959b0" providerId="ADAL" clId="{FAE7AC60-B40E-45D1-9052-0AA041678264}" dt="2025-11-06T04:17:34.831" v="9" actId="1076"/>
        <pc:sldMkLst>
          <pc:docMk/>
          <pc:sldMk cId="2125342959" sldId="2573"/>
        </pc:sldMkLst>
        <pc:graphicFrameChg chg="mod modGraphic">
          <ac:chgData name="Pasumarthi, Chandrasekhar (Cognizant)" userId="39f1d5aa-bce1-4164-91a3-1b9ab75959b0" providerId="ADAL" clId="{FAE7AC60-B40E-45D1-9052-0AA041678264}" dt="2025-11-06T04:17:34.831" v="9" actId="1076"/>
          <ac:graphicFrameMkLst>
            <pc:docMk/>
            <pc:sldMk cId="2125342959" sldId="2573"/>
            <ac:graphicFrameMk id="5" creationId="{F5A2624C-8E5C-4250-B65A-72C95232AFFE}"/>
          </ac:graphicFrameMkLst>
        </pc:graphicFrameChg>
        <pc:picChg chg="add mod">
          <ac:chgData name="Pasumarthi, Chandrasekhar (Cognizant)" userId="39f1d5aa-bce1-4164-91a3-1b9ab75959b0" providerId="ADAL" clId="{FAE7AC60-B40E-45D1-9052-0AA041678264}" dt="2025-11-06T04:17:05.767" v="4" actId="1076"/>
          <ac:picMkLst>
            <pc:docMk/>
            <pc:sldMk cId="2125342959" sldId="2573"/>
            <ac:picMk id="3" creationId="{F4E7FB5C-A70F-5A44-4978-8D4B7863034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4C3463-2901-4238-B407-3E86638B07DB}" type="datetimeFigureOut">
              <a:t>11/5/2025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38AABA-E3C6-442C-9ADF-E258BE7DF894}" type="slidenum">
              <a:t>‹#›</a:t>
            </a:fld>
            <a:endParaRPr lang="en-US"/>
          </a:p>
        </p:txBody>
      </p:sp>
    </p:spTree>
    <p:extLst>
      <p:ext uri="{BB962C8B-B14F-4D97-AF65-F5344CB8AC3E}">
        <p14:creationId xmlns:p14="http://schemas.microsoft.com/office/powerpoint/2010/main" val="2738628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EA96B2C9-5432-4C36-B26F-1DF7F6DB41D1}" type="slidenum">
              <a:t>1</a:t>
            </a:fld>
            <a:endParaRPr lang="en-US"/>
          </a:p>
        </p:txBody>
      </p:sp>
    </p:spTree>
    <p:extLst>
      <p:ext uri="{BB962C8B-B14F-4D97-AF65-F5344CB8AC3E}">
        <p14:creationId xmlns:p14="http://schemas.microsoft.com/office/powerpoint/2010/main" val="32274265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Introduction to MuleSoft Integration Architecture, API-Led Connectivity Approach</a:t>
            </a:r>
          </a:p>
        </p:txBody>
      </p:sp>
      <p:sp>
        <p:nvSpPr>
          <p:cNvPr id="4" name="Slide Number Placeholder 3"/>
          <p:cNvSpPr>
            <a:spLocks noGrp="1"/>
          </p:cNvSpPr>
          <p:nvPr>
            <p:ph type="sldNum" sz="quarter" idx="5"/>
          </p:nvPr>
        </p:nvSpPr>
        <p:spPr/>
        <p:txBody>
          <a:bodyPr/>
          <a:lstStyle/>
          <a:p>
            <a:fld id="{EA96B2C9-5432-4C36-B26F-1DF7F6DB41D1}" type="slidenum">
              <a:t>2</a:t>
            </a:fld>
            <a:endParaRPr lang="en-US"/>
          </a:p>
        </p:txBody>
      </p:sp>
    </p:spTree>
    <p:extLst>
      <p:ext uri="{BB962C8B-B14F-4D97-AF65-F5344CB8AC3E}">
        <p14:creationId xmlns:p14="http://schemas.microsoft.com/office/powerpoint/2010/main" val="3618539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MuleSoft Integration Architecture is designed to facilitate seamless connectivity across diverse systems using an API-led approach. This architecture emphasizes reusability, scalability, and security, making it ideal for modern enterprise integration needs. At its core, MuleSoft leverages the Anypoint Platform to manage the entire lifecycle of APIs and integrations—from design and development to deployment and monitoring. The platform provides a unified solution that supports both cloud and on-premises deployments, enabling organizations to adapt to various infrastructure requirements. By adopting MuleSoft’s architecture, businesses can accelerate digital transformation, reduce integration costs, and improve agility in responding to changing market demands.</a:t>
            </a:r>
          </a:p>
        </p:txBody>
      </p:sp>
      <p:sp>
        <p:nvSpPr>
          <p:cNvPr id="4" name="Slide Number Placeholder 3"/>
          <p:cNvSpPr>
            <a:spLocks noGrp="1"/>
          </p:cNvSpPr>
          <p:nvPr>
            <p:ph type="sldNum" sz="quarter" idx="5"/>
          </p:nvPr>
        </p:nvSpPr>
        <p:spPr/>
        <p:txBody>
          <a:bodyPr/>
          <a:lstStyle/>
          <a:p>
            <a:fld id="{EA96B2C9-5432-4C36-B26F-1DF7F6DB41D1}" type="slidenum">
              <a:t>3</a:t>
            </a:fld>
            <a:endParaRPr lang="en-US"/>
          </a:p>
        </p:txBody>
      </p:sp>
    </p:spTree>
    <p:extLst>
      <p:ext uri="{BB962C8B-B14F-4D97-AF65-F5344CB8AC3E}">
        <p14:creationId xmlns:p14="http://schemas.microsoft.com/office/powerpoint/2010/main" val="19822086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API-led connectivity approach in MuleSoft is structured around three distinct layers: System, Process, and Experience. The System Layer connects directly to core systems such as ERP, CRM, and databases, providing standardized access to backend data. The Process Layer orchestrates and aggregates data from multiple sources, implementing business logic to deliver meaningful information. The Experience Layer offers APIs tailored for specific user interfaces, such as mobile apps or web portals, ensuring optimal user experiences. This layered approach promotes decoupling and modularity, allowing teams to build reusable and maintainable APIs. It also enhances collaboration across development teams and simplifies the integration of new technologies into existing ecosystems.</a:t>
            </a:r>
          </a:p>
        </p:txBody>
      </p:sp>
      <p:sp>
        <p:nvSpPr>
          <p:cNvPr id="4" name="Slide Number Placeholder 3"/>
          <p:cNvSpPr>
            <a:spLocks noGrp="1"/>
          </p:cNvSpPr>
          <p:nvPr>
            <p:ph type="sldNum" sz="quarter" idx="5"/>
          </p:nvPr>
        </p:nvSpPr>
        <p:spPr/>
        <p:txBody>
          <a:bodyPr/>
          <a:lstStyle/>
          <a:p>
            <a:fld id="{EA96B2C9-5432-4C36-B26F-1DF7F6DB41D1}" type="slidenum">
              <a:t>4</a:t>
            </a:fld>
            <a:endParaRPr lang="en-US"/>
          </a:p>
        </p:txBody>
      </p:sp>
    </p:spTree>
    <p:extLst>
      <p:ext uri="{BB962C8B-B14F-4D97-AF65-F5344CB8AC3E}">
        <p14:creationId xmlns:p14="http://schemas.microsoft.com/office/powerpoint/2010/main" val="810764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Core Components of Anypoint Platform</a:t>
            </a:r>
          </a:p>
        </p:txBody>
      </p:sp>
      <p:sp>
        <p:nvSpPr>
          <p:cNvPr id="4" name="Slide Number Placeholder 3"/>
          <p:cNvSpPr>
            <a:spLocks noGrp="1"/>
          </p:cNvSpPr>
          <p:nvPr>
            <p:ph type="sldNum" sz="quarter" idx="5"/>
          </p:nvPr>
        </p:nvSpPr>
        <p:spPr/>
        <p:txBody>
          <a:bodyPr/>
          <a:lstStyle/>
          <a:p>
            <a:fld id="{EA96B2C9-5432-4C36-B26F-1DF7F6DB41D1}" type="slidenum">
              <a:t>5</a:t>
            </a:fld>
            <a:endParaRPr lang="en-US"/>
          </a:p>
        </p:txBody>
      </p:sp>
    </p:spTree>
    <p:extLst>
      <p:ext uri="{BB962C8B-B14F-4D97-AF65-F5344CB8AC3E}">
        <p14:creationId xmlns:p14="http://schemas.microsoft.com/office/powerpoint/2010/main" val="2550505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MuleSoft’s Anypoint Platform comprises several key components that support the full lifecycle of API and integration development. Anypoint Studio is the integrated development environment (IDE) used to design and build Mule applications. Anypoint Exchange serves as a repository for reusable assets, including APIs, connectors, and templates, fostering collaboration and efficiency. API Manager provides tools for securing and managing APIs, including policy enforcement and analytics. Runtime Manager enables deployment and monitoring of applications across various environments. Additionally, Anypoint Monitoring and Analytics offer insights into performance, usage, and reliability, helping teams optimize their integrations. Together, these components create a robust ecosystem for building scalable and secure integrations.</a:t>
            </a:r>
          </a:p>
        </p:txBody>
      </p:sp>
      <p:sp>
        <p:nvSpPr>
          <p:cNvPr id="4" name="Slide Number Placeholder 3"/>
          <p:cNvSpPr>
            <a:spLocks noGrp="1"/>
          </p:cNvSpPr>
          <p:nvPr>
            <p:ph type="sldNum" sz="quarter" idx="5"/>
          </p:nvPr>
        </p:nvSpPr>
        <p:spPr/>
        <p:txBody>
          <a:bodyPr/>
          <a:lstStyle/>
          <a:p>
            <a:fld id="{EA96B2C9-5432-4C36-B26F-1DF7F6DB41D1}" type="slidenum">
              <a:t>6</a:t>
            </a:fld>
            <a:endParaRPr lang="en-US"/>
          </a:p>
        </p:txBody>
      </p:sp>
    </p:spTree>
    <p:extLst>
      <p:ext uri="{BB962C8B-B14F-4D97-AF65-F5344CB8AC3E}">
        <p14:creationId xmlns:p14="http://schemas.microsoft.com/office/powerpoint/2010/main" val="11453574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Deployment Models, Security &amp; Governance</a:t>
            </a:r>
          </a:p>
        </p:txBody>
      </p:sp>
      <p:sp>
        <p:nvSpPr>
          <p:cNvPr id="4" name="Slide Number Placeholder 3"/>
          <p:cNvSpPr>
            <a:spLocks noGrp="1"/>
          </p:cNvSpPr>
          <p:nvPr>
            <p:ph type="sldNum" sz="quarter" idx="5"/>
          </p:nvPr>
        </p:nvSpPr>
        <p:spPr/>
        <p:txBody>
          <a:bodyPr/>
          <a:lstStyle/>
          <a:p>
            <a:fld id="{EA96B2C9-5432-4C36-B26F-1DF7F6DB41D1}" type="slidenum">
              <a:t>7</a:t>
            </a:fld>
            <a:endParaRPr lang="en-US"/>
          </a:p>
        </p:txBody>
      </p:sp>
    </p:spTree>
    <p:extLst>
      <p:ext uri="{BB962C8B-B14F-4D97-AF65-F5344CB8AC3E}">
        <p14:creationId xmlns:p14="http://schemas.microsoft.com/office/powerpoint/2010/main" val="36047284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MuleSoft supports multiple deployment models to accommodate diverse enterprise needs. CloudHub is a fully managed cloud deployment option that simplifies infrastructure management and scalability. Hybrid deployment combines cloud and on-premises environments, offering flexibility and control. On-Premises deployment allows organizations to host Mule runtimes within their own data centers, ensuring compliance with internal policies and regulations. These deployment models enable businesses to choose the best fit for their operational requirements, security standards, and scalability goals. MuleSoft’s architecture ensures consistent performance and governance across all deployment types, making it a versatile solution for integration across industries.</a:t>
            </a:r>
          </a:p>
        </p:txBody>
      </p:sp>
      <p:sp>
        <p:nvSpPr>
          <p:cNvPr id="4" name="Slide Number Placeholder 3"/>
          <p:cNvSpPr>
            <a:spLocks noGrp="1"/>
          </p:cNvSpPr>
          <p:nvPr>
            <p:ph type="sldNum" sz="quarter" idx="5"/>
          </p:nvPr>
        </p:nvSpPr>
        <p:spPr/>
        <p:txBody>
          <a:bodyPr/>
          <a:lstStyle/>
          <a:p>
            <a:fld id="{EA96B2C9-5432-4C36-B26F-1DF7F6DB41D1}" type="slidenum">
              <a:t>8</a:t>
            </a:fld>
            <a:endParaRPr lang="en-US"/>
          </a:p>
        </p:txBody>
      </p:sp>
    </p:spTree>
    <p:extLst>
      <p:ext uri="{BB962C8B-B14F-4D97-AF65-F5344CB8AC3E}">
        <p14:creationId xmlns:p14="http://schemas.microsoft.com/office/powerpoint/2010/main" val="40946475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Security and governance are integral to MuleSoft’s integration architecture. The platform allows for the enforcement of API policies such as authentication, authorization, and rate limiting. These policies help protect sensitive data and ensure that APIs are accessed securely and efficiently. MuleSoft also provides a centralized API Gateway that manages traffic control, compliance, and monitoring. This gateway enables organizations to maintain visibility and control over their API ecosystem, ensuring adherence to regulatory standards and internal governance protocols. By integrating robust security measures, MuleSoft helps businesses mitigate risks and maintain trust with users and stakeholders.</a:t>
            </a:r>
          </a:p>
        </p:txBody>
      </p:sp>
      <p:sp>
        <p:nvSpPr>
          <p:cNvPr id="4" name="Slide Number Placeholder 3"/>
          <p:cNvSpPr>
            <a:spLocks noGrp="1"/>
          </p:cNvSpPr>
          <p:nvPr>
            <p:ph type="sldNum" sz="quarter" idx="5"/>
          </p:nvPr>
        </p:nvSpPr>
        <p:spPr/>
        <p:txBody>
          <a:bodyPr/>
          <a:lstStyle/>
          <a:p>
            <a:fld id="{EA96B2C9-5432-4C36-B26F-1DF7F6DB41D1}" type="slidenum">
              <a:t>9</a:t>
            </a:fld>
            <a:endParaRPr lang="en-US"/>
          </a:p>
        </p:txBody>
      </p:sp>
    </p:spTree>
    <p:extLst>
      <p:ext uri="{BB962C8B-B14F-4D97-AF65-F5344CB8AC3E}">
        <p14:creationId xmlns:p14="http://schemas.microsoft.com/office/powerpoint/2010/main" val="20384304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Common Integration Patterns</a:t>
            </a:r>
          </a:p>
        </p:txBody>
      </p:sp>
      <p:sp>
        <p:nvSpPr>
          <p:cNvPr id="4" name="Slide Number Placeholder 3"/>
          <p:cNvSpPr>
            <a:spLocks noGrp="1"/>
          </p:cNvSpPr>
          <p:nvPr>
            <p:ph type="sldNum" sz="quarter" idx="5"/>
          </p:nvPr>
        </p:nvSpPr>
        <p:spPr/>
        <p:txBody>
          <a:bodyPr/>
          <a:lstStyle/>
          <a:p>
            <a:fld id="{EA96B2C9-5432-4C36-B26F-1DF7F6DB41D1}" type="slidenum">
              <a:t>10</a:t>
            </a:fld>
            <a:endParaRPr lang="en-US"/>
          </a:p>
        </p:txBody>
      </p:sp>
    </p:spTree>
    <p:extLst>
      <p:ext uri="{BB962C8B-B14F-4D97-AF65-F5344CB8AC3E}">
        <p14:creationId xmlns:p14="http://schemas.microsoft.com/office/powerpoint/2010/main" val="10059181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MuleSoft supports a variety of integration patterns to address different business scenarios. Synchronous integration involves real-time request-response communication, suitable for applications requiring immediate feedback. Asynchronous integration uses event-driven messaging, allowing systems to communicate without waiting for responses, which is ideal for high-volume or time-insensitive processes. Batch Processing is used for handling large datasets efficiently, often in scheduled intervals. These patterns enable developers to design integrations that are optimized for performance, reliability, and scalability. By leveraging the appropriate pattern, organizations can ensure that their systems interact seamlessly and meet operational requirements.</a:t>
            </a:r>
          </a:p>
        </p:txBody>
      </p:sp>
      <p:sp>
        <p:nvSpPr>
          <p:cNvPr id="4" name="Slide Number Placeholder 3"/>
          <p:cNvSpPr>
            <a:spLocks noGrp="1"/>
          </p:cNvSpPr>
          <p:nvPr>
            <p:ph type="sldNum" sz="quarter" idx="5"/>
          </p:nvPr>
        </p:nvSpPr>
        <p:spPr/>
        <p:txBody>
          <a:bodyPr/>
          <a:lstStyle/>
          <a:p>
            <a:fld id="{EA96B2C9-5432-4C36-B26F-1DF7F6DB41D1}" type="slidenum">
              <a:t>11</a:t>
            </a:fld>
            <a:endParaRPr lang="en-US"/>
          </a:p>
        </p:txBody>
      </p:sp>
    </p:spTree>
    <p:extLst>
      <p:ext uri="{BB962C8B-B14F-4D97-AF65-F5344CB8AC3E}">
        <p14:creationId xmlns:p14="http://schemas.microsoft.com/office/powerpoint/2010/main" val="19113908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MuleSoft Architecture Diagrams</a:t>
            </a:r>
          </a:p>
        </p:txBody>
      </p:sp>
      <p:sp>
        <p:nvSpPr>
          <p:cNvPr id="4" name="Slide Number Placeholder 3"/>
          <p:cNvSpPr>
            <a:spLocks noGrp="1"/>
          </p:cNvSpPr>
          <p:nvPr>
            <p:ph type="sldNum" sz="quarter" idx="5"/>
          </p:nvPr>
        </p:nvSpPr>
        <p:spPr/>
        <p:txBody>
          <a:bodyPr/>
          <a:lstStyle/>
          <a:p>
            <a:fld id="{EA96B2C9-5432-4C36-B26F-1DF7F6DB41D1}" type="slidenum">
              <a:t>12</a:t>
            </a:fld>
            <a:endParaRPr lang="en-US"/>
          </a:p>
        </p:txBody>
      </p:sp>
    </p:spTree>
    <p:extLst>
      <p:ext uri="{BB962C8B-B14F-4D97-AF65-F5344CB8AC3E}">
        <p14:creationId xmlns:p14="http://schemas.microsoft.com/office/powerpoint/2010/main" val="12803181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A96B2C9-5432-4C36-B26F-1DF7F6DB41D1}" type="slidenum">
              <a:t>13</a:t>
            </a:fld>
            <a:endParaRPr lang="en-US"/>
          </a:p>
        </p:txBody>
      </p:sp>
    </p:spTree>
    <p:extLst>
      <p:ext uri="{BB962C8B-B14F-4D97-AF65-F5344CB8AC3E}">
        <p14:creationId xmlns:p14="http://schemas.microsoft.com/office/powerpoint/2010/main" val="37410085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502920"/>
            <a:ext cx="5852160" cy="2953512"/>
          </a:xfrm>
        </p:spPr>
        <p:txBody>
          <a:bodyPr vert="horz" lIns="91440" tIns="45720" rIns="91440" bIns="45720" rtlCol="0" anchor="t">
            <a:normAutofit/>
          </a:bodyPr>
          <a:lstStyle>
            <a:lvl1pPr>
              <a:defRPr lang="en-US" sz="5400" dirty="0">
                <a:gradFill>
                  <a:gsLst>
                    <a:gs pos="0">
                      <a:schemeClr val="accent2"/>
                    </a:gs>
                    <a:gs pos="100000">
                      <a:schemeClr val="accent5"/>
                    </a:gs>
                  </a:gsLst>
                  <a:lin ang="15600000" scaled="0"/>
                </a:gra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544568"/>
            <a:ext cx="4681728" cy="1591056"/>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11" name="Footer Placeholder 10">
            <a:extLst>
              <a:ext uri="{FF2B5EF4-FFF2-40B4-BE49-F238E27FC236}">
                <a16:creationId xmlns:a16="http://schemas.microsoft.com/office/drawing/2014/main" id="{F98245A6-7E39-43E3-BB93-77F622756065}"/>
              </a:ext>
            </a:extLst>
          </p:cNvPr>
          <p:cNvSpPr>
            <a:spLocks noGrp="1"/>
          </p:cNvSpPr>
          <p:nvPr>
            <p:ph type="ftr" sz="quarter" idx="15"/>
          </p:nvPr>
        </p:nvSpPr>
        <p:spPr/>
        <p:txBody>
          <a:bodyPr/>
          <a:lstStyle/>
          <a:p>
            <a:endParaRPr lang="en-US"/>
          </a:p>
        </p:txBody>
      </p:sp>
      <p:sp>
        <p:nvSpPr>
          <p:cNvPr id="10" name="Date Placeholder 9">
            <a:extLst>
              <a:ext uri="{FF2B5EF4-FFF2-40B4-BE49-F238E27FC236}">
                <a16:creationId xmlns:a16="http://schemas.microsoft.com/office/drawing/2014/main" id="{00431E1F-9861-6E9A-6FDA-9450A0A9109C}"/>
              </a:ext>
            </a:extLst>
          </p:cNvPr>
          <p:cNvSpPr>
            <a:spLocks noGrp="1"/>
          </p:cNvSpPr>
          <p:nvPr>
            <p:ph type="dt" sz="half" idx="14"/>
          </p:nvPr>
        </p:nvSpPr>
        <p:spPr>
          <a:xfrm>
            <a:off x="4617720" y="6318504"/>
            <a:ext cx="2153412" cy="365760"/>
          </a:xfrm>
        </p:spPr>
        <p:txBody>
          <a:bodyPr/>
          <a:lstStyle/>
          <a:p>
            <a:fld id="{3AEEF7F6-ECFE-4473-B3E9-C91BE833927A}" type="datetimeFigureOut">
              <a:rPr lang="en-US" smtClean="0"/>
              <a:t>11/5/2025</a:t>
            </a:fld>
            <a:endParaRPr lang="en-US"/>
          </a:p>
        </p:txBody>
      </p:sp>
      <p:sp>
        <p:nvSpPr>
          <p:cNvPr id="12" name="Slide Number Placeholder 11">
            <a:extLst>
              <a:ext uri="{FF2B5EF4-FFF2-40B4-BE49-F238E27FC236}">
                <a16:creationId xmlns:a16="http://schemas.microsoft.com/office/drawing/2014/main" id="{43C4D8A9-0078-62DC-A293-9B6083ED649D}"/>
              </a:ext>
            </a:extLst>
          </p:cNvPr>
          <p:cNvSpPr>
            <a:spLocks noGrp="1"/>
          </p:cNvSpPr>
          <p:nvPr>
            <p:ph type="sldNum" sz="quarter" idx="16"/>
          </p:nvPr>
        </p:nvSpPr>
        <p:spPr>
          <a:xfrm>
            <a:off x="6688836"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7534656" y="0"/>
            <a:ext cx="4657344" cy="68580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6247541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EACE7F8-A7D9-2E2C-2B0B-0DB8D7168AAC}"/>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DB768309-21D1-59BA-F479-9F846B9A0FB2}"/>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3D94F90-5391-9976-036B-C34C2C30448C}"/>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457200"/>
            <a:ext cx="10954512" cy="731520"/>
          </a:xfrm>
        </p:spPr>
        <p:txBody>
          <a:bodyPr/>
          <a:lstStyle>
            <a:lvl1pPr>
              <a:defRPr>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8" y="1362455"/>
            <a:ext cx="10954512" cy="49560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BEDC843-90AD-36D3-6615-3505603F8E22}"/>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852C5F7B-97CA-C06C-A155-E4BC307DB0FB}"/>
              </a:ext>
            </a:extLst>
          </p:cNvPr>
          <p:cNvSpPr>
            <a:spLocks noGrp="1"/>
          </p:cNvSpPr>
          <p:nvPr>
            <p:ph type="dt" sz="half" idx="10"/>
          </p:nvPr>
        </p:nvSpPr>
        <p:spPr/>
        <p:txBody>
          <a:bodyPr/>
          <a:lstStyle/>
          <a:p>
            <a:fld id="{3AEEF7F6-ECFE-4473-B3E9-C91BE833927A}" type="datetimeFigureOut">
              <a:rPr lang="en-US" smtClean="0"/>
              <a:t>11/5/2025</a:t>
            </a:fld>
            <a:endParaRPr lang="en-US"/>
          </a:p>
        </p:txBody>
      </p:sp>
      <p:sp>
        <p:nvSpPr>
          <p:cNvPr id="9" name="Slide Number Placeholder 8">
            <a:extLst>
              <a:ext uri="{FF2B5EF4-FFF2-40B4-BE49-F238E27FC236}">
                <a16:creationId xmlns:a16="http://schemas.microsoft.com/office/drawing/2014/main" id="{DB324737-C1DF-CE60-245E-385E02AC2FB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45703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47888" y="713232"/>
            <a:ext cx="3364992" cy="3227832"/>
          </a:xfrm>
        </p:spPr>
        <p:txBody>
          <a:bodyPr vert="horz" lIns="91440" tIns="45720" rIns="91440" bIns="45720" rtlCol="0" anchor="t">
            <a:normAutofit/>
          </a:bodyPr>
          <a:lstStyle>
            <a:lvl1pPr>
              <a:defRPr lang="en-US" sz="4000" dirty="0">
                <a:gradFill>
                  <a:gsLst>
                    <a:gs pos="0">
                      <a:schemeClr val="accent2"/>
                    </a:gs>
                    <a:gs pos="100000">
                      <a:schemeClr val="accent5"/>
                    </a:gs>
                  </a:gsLst>
                  <a:lin ang="15600000" scaled="0"/>
                </a:gra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47888" y="5138927"/>
            <a:ext cx="3200400" cy="1197864"/>
          </a:xfrm>
        </p:spPr>
        <p:txBody>
          <a:bodyPr vert="horz" lIns="91440" tIns="45720" rIns="91440" bIns="45720" rtlCol="0">
            <a:normAutofit/>
          </a:bodyPr>
          <a:lstStyle>
            <a:lvl1pPr marL="0" indent="0">
              <a:buNone/>
              <a:defRPr lang="en-US" sz="2000" dirty="0"/>
            </a:lvl1pPr>
          </a:lstStyle>
          <a:p>
            <a:pPr lvl="0"/>
            <a:r>
              <a:rPr lang="en-US"/>
              <a:t>Click to edit Master subtitle style</a:t>
            </a:r>
            <a:endParaRPr lang="en-US" dirty="0"/>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7548451" cy="6858000"/>
          </a:xfrm>
          <a:blipFill>
            <a:blip r:embed="rId2">
              <a:alphaModFix amt="70000"/>
            </a:blip>
            <a:stretch>
              <a:fillRect/>
            </a:stretch>
          </a:blipFill>
        </p:spPr>
        <p:txBody>
          <a:bodyPr/>
          <a:lstStyle>
            <a:lvl1pPr marL="0" indent="0">
              <a:buNone/>
              <a:defRPr/>
            </a:lvl1pPr>
          </a:lstStyle>
          <a:p>
            <a:r>
              <a:rPr lang="en-US" dirty="0"/>
              <a:t> </a:t>
            </a:r>
          </a:p>
        </p:txBody>
      </p:sp>
      <p:grpSp>
        <p:nvGrpSpPr>
          <p:cNvPr id="7" name="Group 6">
            <a:extLst>
              <a:ext uri="{FF2B5EF4-FFF2-40B4-BE49-F238E27FC236}">
                <a16:creationId xmlns:a16="http://schemas.microsoft.com/office/drawing/2014/main" id="{9BCBE317-7590-8646-B2DB-5BED6EE8A19B}"/>
              </a:ext>
              <a:ext uri="{C183D7F6-B498-43B3-948B-1728B52AA6E4}">
                <adec:decorative xmlns:adec="http://schemas.microsoft.com/office/drawing/2017/decorative" val="1"/>
              </a:ext>
            </a:extLst>
          </p:cNvPr>
          <p:cNvGrpSpPr/>
          <p:nvPr/>
        </p:nvGrpSpPr>
        <p:grpSpPr>
          <a:xfrm rot="5400000">
            <a:off x="4181134" y="3367319"/>
            <a:ext cx="6858000" cy="123363"/>
            <a:chOff x="-5025" y="6737718"/>
            <a:chExt cx="12207200" cy="123363"/>
          </a:xfrm>
        </p:grpSpPr>
        <p:sp>
          <p:nvSpPr>
            <p:cNvPr id="8" name="Rectangle 7">
              <a:extLst>
                <a:ext uri="{FF2B5EF4-FFF2-40B4-BE49-F238E27FC236}">
                  <a16:creationId xmlns:a16="http://schemas.microsoft.com/office/drawing/2014/main" id="{55B255D3-4FB2-87A8-E502-9CDE10990A39}"/>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D15F704-CD21-A249-03F6-4F036D21400B}"/>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Footer Placeholder 4">
            <a:extLst>
              <a:ext uri="{FF2B5EF4-FFF2-40B4-BE49-F238E27FC236}">
                <a16:creationId xmlns:a16="http://schemas.microsoft.com/office/drawing/2014/main" id="{6B30B7E9-D8D3-BC56-A758-6C86B58C0AC5}"/>
              </a:ext>
            </a:extLst>
          </p:cNvPr>
          <p:cNvSpPr>
            <a:spLocks noGrp="1"/>
          </p:cNvSpPr>
          <p:nvPr>
            <p:ph type="ftr" sz="quarter" idx="15"/>
          </p:nvPr>
        </p:nvSpPr>
        <p:spPr>
          <a:xfrm>
            <a:off x="8247888" y="6318504"/>
            <a:ext cx="2459736" cy="365760"/>
          </a:xfrm>
        </p:spPr>
        <p:txBody>
          <a:bodyPr/>
          <a:lstStyle/>
          <a:p>
            <a:endParaRPr lang="en-US"/>
          </a:p>
        </p:txBody>
      </p:sp>
      <p:sp>
        <p:nvSpPr>
          <p:cNvPr id="4" name="Date Placeholder 3">
            <a:extLst>
              <a:ext uri="{FF2B5EF4-FFF2-40B4-BE49-F238E27FC236}">
                <a16:creationId xmlns:a16="http://schemas.microsoft.com/office/drawing/2014/main" id="{3D4FF974-138E-88CF-9001-1A07C67D1DFD}"/>
              </a:ext>
            </a:extLst>
          </p:cNvPr>
          <p:cNvSpPr>
            <a:spLocks noGrp="1"/>
          </p:cNvSpPr>
          <p:nvPr>
            <p:ph type="dt" sz="half" idx="14"/>
          </p:nvPr>
        </p:nvSpPr>
        <p:spPr>
          <a:xfrm>
            <a:off x="10707624" y="6318504"/>
            <a:ext cx="859536" cy="365760"/>
          </a:xfrm>
        </p:spPr>
        <p:txBody>
          <a:bodyPr/>
          <a:lstStyle/>
          <a:p>
            <a:fld id="{3AEEF7F6-ECFE-4473-B3E9-C91BE833927A}" type="datetimeFigureOut">
              <a:rPr lang="en-US" smtClean="0"/>
              <a:t>11/5/2025</a:t>
            </a:fld>
            <a:endParaRPr lang="en-US"/>
          </a:p>
        </p:txBody>
      </p:sp>
      <p:sp>
        <p:nvSpPr>
          <p:cNvPr id="6" name="Slide Number Placeholder 5">
            <a:extLst>
              <a:ext uri="{FF2B5EF4-FFF2-40B4-BE49-F238E27FC236}">
                <a16:creationId xmlns:a16="http://schemas.microsoft.com/office/drawing/2014/main" id="{E1DA7CD4-7B92-1CD1-A9F0-94B053972CA3}"/>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81948945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EAB82C7-4740-BEAB-85E9-C816E1CDC453}"/>
              </a:ext>
              <a:ext uri="{C183D7F6-B498-43B3-948B-1728B52AA6E4}">
                <adec:decorative xmlns:adec="http://schemas.microsoft.com/office/drawing/2017/decorative" val="1"/>
              </a:ext>
            </a:extLst>
          </p:cNvPr>
          <p:cNvGrpSpPr/>
          <p:nvPr/>
        </p:nvGrpSpPr>
        <p:grpSpPr>
          <a:xfrm rot="10800000">
            <a:off x="0" y="4492680"/>
            <a:ext cx="12207200" cy="123363"/>
            <a:chOff x="-5025" y="6737718"/>
            <a:chExt cx="12207200" cy="123363"/>
          </a:xfrm>
        </p:grpSpPr>
        <p:sp>
          <p:nvSpPr>
            <p:cNvPr id="5" name="Rectangle 4">
              <a:extLst>
                <a:ext uri="{FF2B5EF4-FFF2-40B4-BE49-F238E27FC236}">
                  <a16:creationId xmlns:a16="http://schemas.microsoft.com/office/drawing/2014/main" id="{0B7E10D0-EE9E-6432-2C4D-0324DE19518E}"/>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63B4BE8-5DA5-6F2B-0DB6-7901D4547F64}"/>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2732" y="4965192"/>
            <a:ext cx="11146536" cy="786384"/>
          </a:xfrm>
        </p:spPr>
        <p:txBody>
          <a:bodyPr anchor="b">
            <a:normAutofit/>
          </a:bodyPr>
          <a:lstStyle>
            <a:lvl1pPr algn="ctr">
              <a:defRPr sz="36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43000" y="5806440"/>
            <a:ext cx="9902952" cy="576072"/>
          </a:xfrm>
        </p:spPr>
        <p:txBody>
          <a:bodyPr anchor="t">
            <a:normAutofit/>
          </a:bodyPr>
          <a:lstStyle>
            <a:lvl1pPr marL="0" indent="0" algn="ctr">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88952" cy="4492679"/>
          </a:xfrm>
          <a:blipFill>
            <a:blip r:embed="rId2">
              <a:alphaModFix amt="70000"/>
            </a:blip>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p:txBody>
          <a:bodyPr/>
          <a:lstStyle/>
          <a:p>
            <a:fld id="{3AEEF7F6-ECFE-4473-B3E9-C91BE833927A}" type="datetimeFigureOut">
              <a:rPr lang="en-US" smtClean="0"/>
              <a:t>11/5/2025</a:t>
            </a:fld>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3669055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11/5/2025</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0238291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b">
            <a:normAutofit/>
          </a:bodyPr>
          <a:lstStyle>
            <a:lvl1pPr>
              <a:defRPr lang="en-US" sz="8000" dirty="0">
                <a:gradFill>
                  <a:gsLst>
                    <a:gs pos="0">
                      <a:schemeClr val="accent5"/>
                    </a:gs>
                    <a:gs pos="100000">
                      <a:schemeClr val="accent2"/>
                    </a:gs>
                  </a:gsLst>
                  <a:lin ang="6000000" scaled="0"/>
                </a:gra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t">
            <a:normAutofit/>
          </a:bodyPr>
          <a:lstStyle>
            <a:lvl1pPr marL="0" indent="0">
              <a:buNone/>
              <a:defRPr lang="en-US" sz="20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0AAE0C5-AA7D-C4A0-BB09-3D328C8523AC}"/>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F8454691-E40E-1B02-C9B2-FD70013E0175}"/>
              </a:ext>
            </a:extLst>
          </p:cNvPr>
          <p:cNvSpPr>
            <a:spLocks noGrp="1"/>
          </p:cNvSpPr>
          <p:nvPr>
            <p:ph type="dt" sz="half" idx="10"/>
          </p:nvPr>
        </p:nvSpPr>
        <p:spPr/>
        <p:txBody>
          <a:bodyPr/>
          <a:lstStyle/>
          <a:p>
            <a:fld id="{3AEEF7F6-ECFE-4473-B3E9-C91BE833927A}" type="datetimeFigureOut">
              <a:rPr lang="en-US" smtClean="0"/>
              <a:t>11/5/2025</a:t>
            </a:fld>
            <a:endParaRPr lang="en-US"/>
          </a:p>
        </p:txBody>
      </p:sp>
      <p:sp>
        <p:nvSpPr>
          <p:cNvPr id="6" name="Slide Number Placeholder 5">
            <a:extLst>
              <a:ext uri="{FF2B5EF4-FFF2-40B4-BE49-F238E27FC236}">
                <a16:creationId xmlns:a16="http://schemas.microsoft.com/office/drawing/2014/main" id="{8D766BF4-6BB2-066C-5243-2D5CF17BA496}"/>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59812892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A219385-CEEC-20A5-C72F-B13448DE6E0F}"/>
              </a:ext>
            </a:extLst>
          </p:cNvPr>
          <p:cNvSpPr/>
          <p:nvPr/>
        </p:nvSpPr>
        <p:spPr>
          <a:xfrm>
            <a:off x="0" y="-12003"/>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9FFFB07-15C3-5030-73A7-6D0EBC2FB180}"/>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1FFC67F9-A48C-BB0E-03C5-9C32A6BB8C5D}"/>
              </a:ext>
            </a:extLst>
          </p:cNvPr>
          <p:cNvSpPr/>
          <p:nvPr/>
        </p:nvSpPr>
        <p:spPr>
          <a:xfrm rot="16200000" flipH="1">
            <a:off x="2660997" y="-2673001"/>
            <a:ext cx="6870003" cy="12192002"/>
          </a:xfrm>
          <a:prstGeom prst="rect">
            <a:avLst/>
          </a:prstGeom>
          <a:gradFill>
            <a:gsLst>
              <a:gs pos="0">
                <a:schemeClr val="accent2"/>
              </a:gs>
              <a:gs pos="94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8A2436E8-8599-9171-B0E5-3A3CED0AE2C4}"/>
              </a:ext>
            </a:extLst>
          </p:cNvPr>
          <p:cNvSpPr/>
          <p:nvPr/>
        </p:nvSpPr>
        <p:spPr>
          <a:xfrm rot="5400000" flipH="1">
            <a:off x="2719785" y="-1537266"/>
            <a:ext cx="5669226" cy="11108800"/>
          </a:xfrm>
          <a:prstGeom prst="rect">
            <a:avLst/>
          </a:prstGeom>
          <a:gradFill flip="none" rotWithShape="1">
            <a:gsLst>
              <a:gs pos="0">
                <a:schemeClr val="accent5">
                  <a:lumMod val="75000"/>
                  <a:alpha val="90000"/>
                </a:schemeClr>
              </a:gs>
              <a:gs pos="39000">
                <a:schemeClr val="accent5">
                  <a:lumMod val="60000"/>
                  <a:lumOff val="40000"/>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9D052CAB-57CB-D9A8-5BBE-F7898C5ECEE0}"/>
              </a:ext>
              <a:ext uri="{C183D7F6-B498-43B3-948B-1728B52AA6E4}">
                <adec:decorative xmlns:adec="http://schemas.microsoft.com/office/drawing/2017/decorative" val="1"/>
              </a:ext>
            </a:extLst>
          </p:cNvPr>
          <p:cNvSpPr/>
          <p:nvPr/>
        </p:nvSpPr>
        <p:spPr>
          <a:xfrm rot="16200000" flipH="1">
            <a:off x="-648303" y="636301"/>
            <a:ext cx="6870003" cy="5573396"/>
          </a:xfrm>
          <a:prstGeom prst="rect">
            <a:avLst/>
          </a:prstGeom>
          <a:gradFill flip="none" rotWithShape="1">
            <a:gsLst>
              <a:gs pos="2000">
                <a:schemeClr val="accent2">
                  <a:lumMod val="75000"/>
                </a:schemeClr>
              </a:gs>
              <a:gs pos="37000">
                <a:schemeClr val="accent2">
                  <a:alpha val="0"/>
                </a:schemeClr>
              </a:gs>
            </a:gsLst>
            <a:lin ang="36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429768"/>
            <a:ext cx="9336024" cy="3776472"/>
          </a:xfrm>
        </p:spPr>
        <p:txBody>
          <a:bodyPr vert="horz" lIns="91440" tIns="45720" rIns="91440" bIns="45720" rtlCol="0" anchor="t">
            <a:normAutofit/>
          </a:bodyPr>
          <a:lstStyle>
            <a:lvl1pPr>
              <a:defRPr lang="en-US" sz="8000" dirty="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663440"/>
            <a:ext cx="6903720" cy="1344168"/>
          </a:xfrm>
        </p:spPr>
        <p:txBody>
          <a:bodyPr vert="horz" lIns="91440" tIns="45720" rIns="91440" bIns="45720" rtlCol="0" anchor="ctr">
            <a:normAutofit/>
          </a:bodyPr>
          <a:lstStyle>
            <a:lvl1pPr marL="0" indent="0">
              <a:buNone/>
              <a:defRPr lang="en-US" sz="2000" dirty="0">
                <a:solidFill>
                  <a:schemeClr val="tx1"/>
                </a:solidFill>
              </a:defRPr>
            </a:lvl1pPr>
          </a:lstStyle>
          <a:p>
            <a:pPr lvl="0"/>
            <a:r>
              <a:rPr lang="en-US"/>
              <a:t>Click to edit Master subtitle style</a:t>
            </a:r>
            <a:endParaRPr lang="en-US" dirty="0"/>
          </a:p>
        </p:txBody>
      </p:sp>
      <p:sp>
        <p:nvSpPr>
          <p:cNvPr id="12" name="Footer Placeholder 11">
            <a:extLst>
              <a:ext uri="{FF2B5EF4-FFF2-40B4-BE49-F238E27FC236}">
                <a16:creationId xmlns:a16="http://schemas.microsoft.com/office/drawing/2014/main" id="{1EF90BDF-2A3B-8AD7-6EE4-11ED28664F7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1" name="Date Placeholder 10">
            <a:extLst>
              <a:ext uri="{FF2B5EF4-FFF2-40B4-BE49-F238E27FC236}">
                <a16:creationId xmlns:a16="http://schemas.microsoft.com/office/drawing/2014/main" id="{81B66C1B-A1AD-A2BC-11D8-9AEA5E834AAC}"/>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11/5/2025</a:t>
            </a:fld>
            <a:endParaRPr lang="en-US"/>
          </a:p>
        </p:txBody>
      </p:sp>
      <p:sp>
        <p:nvSpPr>
          <p:cNvPr id="13" name="Slide Number Placeholder 12">
            <a:extLst>
              <a:ext uri="{FF2B5EF4-FFF2-40B4-BE49-F238E27FC236}">
                <a16:creationId xmlns:a16="http://schemas.microsoft.com/office/drawing/2014/main" id="{9A384A4A-7C42-E7AC-02FD-B65B61D2149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13132347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F65FF0-EE88-E48A-1552-AF2B228EADC6}"/>
              </a:ext>
            </a:extLst>
          </p:cNvPr>
          <p:cNvSpPr/>
          <p:nvPr/>
        </p:nvSpPr>
        <p:spPr>
          <a:xfrm>
            <a:off x="0" y="0"/>
            <a:ext cx="12192000" cy="6857999"/>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3D93006-CD9A-ACB8-4DFF-755585BD51C6}"/>
              </a:ext>
            </a:extLst>
          </p:cNvPr>
          <p:cNvSpPr/>
          <p:nvPr/>
        </p:nvSpPr>
        <p:spPr>
          <a:xfrm rot="5400000" flipH="1" flipV="1">
            <a:off x="2657856" y="-2666214"/>
            <a:ext cx="6876288" cy="12192001"/>
          </a:xfrm>
          <a:prstGeom prst="rect">
            <a:avLst/>
          </a:prstGeom>
          <a:gradFill>
            <a:gsLst>
              <a:gs pos="13000">
                <a:schemeClr val="accent2"/>
              </a:gs>
              <a:gs pos="100000">
                <a:schemeClr val="accent5"/>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3B71B6E1-2B98-87C0-C97D-DC19E754324D}"/>
              </a:ext>
            </a:extLst>
          </p:cNvPr>
          <p:cNvSpPr/>
          <p:nvPr/>
        </p:nvSpPr>
        <p:spPr>
          <a:xfrm rot="16200000" flipH="1" flipV="1">
            <a:off x="2144989" y="-2153344"/>
            <a:ext cx="5473326" cy="9763303"/>
          </a:xfrm>
          <a:prstGeom prst="rect">
            <a:avLst/>
          </a:prstGeom>
          <a:gradFill flip="none" rotWithShape="1">
            <a:gsLst>
              <a:gs pos="0">
                <a:schemeClr val="accent5">
                  <a:lumMod val="75000"/>
                  <a:alpha val="68000"/>
                </a:schemeClr>
              </a:gs>
              <a:gs pos="45000">
                <a:schemeClr val="accent5">
                  <a:lumMod val="60000"/>
                  <a:lumOff val="40000"/>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flipV="1">
            <a:off x="1031672" y="2962966"/>
            <a:ext cx="11160328" cy="3895034"/>
          </a:xfrm>
          <a:prstGeom prst="rect">
            <a:avLst/>
          </a:prstGeom>
          <a:gradFill>
            <a:gsLst>
              <a:gs pos="0">
                <a:schemeClr val="accent5">
                  <a:lumMod val="75000"/>
                </a:schemeClr>
              </a:gs>
              <a:gs pos="42000">
                <a:schemeClr val="accent5">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DA413373-13C5-71D9-C45A-699B0F451355}"/>
              </a:ext>
              <a:ext uri="{C183D7F6-B498-43B3-948B-1728B52AA6E4}">
                <adec:decorative xmlns:adec="http://schemas.microsoft.com/office/drawing/2017/decorative" val="1"/>
              </a:ext>
            </a:extLst>
          </p:cNvPr>
          <p:cNvSpPr/>
          <p:nvPr/>
        </p:nvSpPr>
        <p:spPr>
          <a:xfrm rot="5400000" flipH="1" flipV="1">
            <a:off x="1233479" y="361146"/>
            <a:ext cx="5263375" cy="7730333"/>
          </a:xfrm>
          <a:prstGeom prst="rect">
            <a:avLst/>
          </a:prstGeom>
          <a:gradFill flip="none" rotWithShape="1">
            <a:gsLst>
              <a:gs pos="8000">
                <a:schemeClr val="accent2">
                  <a:lumMod val="75000"/>
                </a:schemeClr>
              </a:gs>
              <a:gs pos="50000">
                <a:schemeClr val="accent2">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8" y="2093976"/>
            <a:ext cx="8229600" cy="4178808"/>
          </a:xfrm>
        </p:spPr>
        <p:txBody>
          <a:bodyPr vert="horz" lIns="91440" tIns="45720" rIns="91440" bIns="45720" rtlCol="0" anchor="b">
            <a:normAutofit/>
          </a:bodyPr>
          <a:lstStyle>
            <a:lvl1pPr>
              <a:defRPr lang="en-US" sz="6600" dirty="0">
                <a:solidFill>
                  <a:schemeClr val="tx1"/>
                </a:solidFill>
              </a:defRPr>
            </a:lvl1pPr>
          </a:lstStyle>
          <a:p>
            <a:pPr lvl="0"/>
            <a:r>
              <a:rPr lang="en-US"/>
              <a:t>Click to edit Master title style</a:t>
            </a:r>
            <a:endParaRPr lang="en-US" dirty="0"/>
          </a:p>
        </p:txBody>
      </p:sp>
      <p:sp>
        <p:nvSpPr>
          <p:cNvPr id="15" name="Footer Placeholder 14">
            <a:extLst>
              <a:ext uri="{FF2B5EF4-FFF2-40B4-BE49-F238E27FC236}">
                <a16:creationId xmlns:a16="http://schemas.microsoft.com/office/drawing/2014/main" id="{C3B3753E-6E60-F731-58BF-7C4D0497E93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4" name="Date Placeholder 13">
            <a:extLst>
              <a:ext uri="{FF2B5EF4-FFF2-40B4-BE49-F238E27FC236}">
                <a16:creationId xmlns:a16="http://schemas.microsoft.com/office/drawing/2014/main" id="{08CEB89B-6066-557A-EBEC-18307AC240FE}"/>
              </a:ext>
            </a:extLst>
          </p:cNvPr>
          <p:cNvSpPr>
            <a:spLocks noGrp="1"/>
          </p:cNvSpPr>
          <p:nvPr>
            <p:ph type="dt" sz="half" idx="10"/>
          </p:nvPr>
        </p:nvSpPr>
        <p:spPr/>
        <p:txBody>
          <a:bodyPr/>
          <a:lstStyle>
            <a:lvl1pPr>
              <a:defRPr>
                <a:solidFill>
                  <a:schemeClr val="tx1"/>
                </a:solidFill>
              </a:defRPr>
            </a:lvl1pPr>
          </a:lstStyle>
          <a:p>
            <a:fld id="{3AEEF7F6-ECFE-4473-B3E9-C91BE833927A}" type="datetimeFigureOut">
              <a:rPr lang="en-US" smtClean="0"/>
              <a:t>11/5/2025</a:t>
            </a:fld>
            <a:endParaRPr lang="en-US"/>
          </a:p>
        </p:txBody>
      </p:sp>
      <p:sp>
        <p:nvSpPr>
          <p:cNvPr id="16" name="Slide Number Placeholder 15">
            <a:extLst>
              <a:ext uri="{FF2B5EF4-FFF2-40B4-BE49-F238E27FC236}">
                <a16:creationId xmlns:a16="http://schemas.microsoft.com/office/drawing/2014/main" id="{C2114D5C-BE8D-24C7-4A79-C0C28376AA5F}"/>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3534333698"/>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612646" y="2093976"/>
            <a:ext cx="8229600" cy="4178808"/>
          </a:xfrm>
        </p:spPr>
        <p:txBody>
          <a:bodyPr vert="horz" lIns="91440" tIns="45720" rIns="91440" bIns="45720" rtlCol="0" anchor="b">
            <a:normAutofit/>
          </a:bodyPr>
          <a:lstStyle>
            <a:lvl1pPr>
              <a:defRPr lang="en-US" sz="7200" dirty="0">
                <a:gradFill>
                  <a:gsLst>
                    <a:gs pos="0">
                      <a:schemeClr val="accent5"/>
                    </a:gs>
                    <a:gs pos="100000">
                      <a:schemeClr val="accent2"/>
                    </a:gs>
                  </a:gsLst>
                  <a:lin ang="6000000" scaled="0"/>
                </a:gradFill>
              </a:defRPr>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028F8ECD-BC5C-69B8-45CB-D6C697E807B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57F97286-C615-453F-E284-B5C22987E2C1}"/>
              </a:ext>
            </a:extLst>
          </p:cNvPr>
          <p:cNvSpPr>
            <a:spLocks noGrp="1"/>
          </p:cNvSpPr>
          <p:nvPr>
            <p:ph type="dt" sz="half" idx="10"/>
          </p:nvPr>
        </p:nvSpPr>
        <p:spPr/>
        <p:txBody>
          <a:bodyPr/>
          <a:lstStyle/>
          <a:p>
            <a:fld id="{3AEEF7F6-ECFE-4473-B3E9-C91BE833927A}" type="datetimeFigureOut">
              <a:rPr lang="en-US" smtClean="0"/>
              <a:t>11/5/2025</a:t>
            </a:fld>
            <a:endParaRPr lang="en-US"/>
          </a:p>
        </p:txBody>
      </p:sp>
      <p:sp>
        <p:nvSpPr>
          <p:cNvPr id="6" name="Slide Number Placeholder 5">
            <a:extLst>
              <a:ext uri="{FF2B5EF4-FFF2-40B4-BE49-F238E27FC236}">
                <a16:creationId xmlns:a16="http://schemas.microsoft.com/office/drawing/2014/main" id="{96A721B8-1357-D164-0082-D2B50441B990}"/>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4067878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3DF4C684-CDD4-5CA8-12DC-BB0C4BFE21EA}"/>
              </a:ext>
              <a:ext uri="{C183D7F6-B498-43B3-948B-1728B52AA6E4}">
                <adec:decorative xmlns:adec="http://schemas.microsoft.com/office/drawing/2017/decorative" val="1"/>
              </a:ext>
            </a:extLst>
          </p:cNvPr>
          <p:cNvGrpSpPr/>
          <p:nvPr/>
        </p:nvGrpSpPr>
        <p:grpSpPr>
          <a:xfrm>
            <a:off x="0" y="-4329"/>
            <a:ext cx="5056093" cy="6869586"/>
            <a:chOff x="5171844" y="-11586"/>
            <a:chExt cx="7020159" cy="6869586"/>
          </a:xfrm>
        </p:grpSpPr>
        <p:sp>
          <p:nvSpPr>
            <p:cNvPr id="4" name="Rectangle 3">
              <a:extLst>
                <a:ext uri="{FF2B5EF4-FFF2-40B4-BE49-F238E27FC236}">
                  <a16:creationId xmlns:a16="http://schemas.microsoft.com/office/drawing/2014/main" id="{F6ECDBF0-A1F0-37B6-C87A-8687287F7950}"/>
                </a:ext>
              </a:extLst>
            </p:cNvPr>
            <p:cNvSpPr/>
            <p:nvPr/>
          </p:nvSpPr>
          <p:spPr>
            <a:xfrm>
              <a:off x="5171848" y="-11580"/>
              <a:ext cx="7020152"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60F90E0-14F7-6838-2C0A-149459C1D143}"/>
                </a:ext>
              </a:extLst>
            </p:cNvPr>
            <p:cNvSpPr/>
            <p:nvPr/>
          </p:nvSpPr>
          <p:spPr>
            <a:xfrm rot="10800000">
              <a:off x="6351336" y="876304"/>
              <a:ext cx="5840664" cy="5981696"/>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0" name="Rectangle 9">
              <a:extLst>
                <a:ext uri="{FF2B5EF4-FFF2-40B4-BE49-F238E27FC236}">
                  <a16:creationId xmlns:a16="http://schemas.microsoft.com/office/drawing/2014/main" id="{7578B55F-B3C4-0B70-7EAE-5FBFD3308543}"/>
                </a:ext>
              </a:extLst>
            </p:cNvPr>
            <p:cNvSpPr/>
            <p:nvPr/>
          </p:nvSpPr>
          <p:spPr>
            <a:xfrm>
              <a:off x="5171844" y="-11586"/>
              <a:ext cx="5171848" cy="6869586"/>
            </a:xfrm>
            <a:prstGeom prst="rect">
              <a:avLst/>
            </a:prstGeom>
            <a:gradFill flip="none" rotWithShape="1">
              <a:gsLst>
                <a:gs pos="3000">
                  <a:schemeClr val="accent2">
                    <a:alpha val="70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FFBDE35-AEB9-6AFE-BC7A-79FEFBB51D0A}"/>
                </a:ext>
              </a:extLst>
            </p:cNvPr>
            <p:cNvSpPr/>
            <p:nvPr/>
          </p:nvSpPr>
          <p:spPr>
            <a:xfrm rot="16200000">
              <a:off x="6042356" y="708353"/>
              <a:ext cx="6869583" cy="5429710"/>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58368" y="2103120"/>
            <a:ext cx="3666744" cy="2624328"/>
          </a:xfrm>
          <a:noFill/>
        </p:spPr>
        <p:txBody>
          <a:bodyPr anchor="ctr">
            <a:normAutofit/>
          </a:bodyPr>
          <a:lstStyle>
            <a:lvl1pPr algn="ctr">
              <a:defRPr sz="4800">
                <a:solidFill>
                  <a:schemeClr val="bg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p:txBody>
          <a:bodyPr/>
          <a:lstStyle>
            <a:lvl1pPr>
              <a:defRPr>
                <a:solidFill>
                  <a:schemeClr val="bg1"/>
                </a:solidFill>
              </a:defRPr>
            </a:lvl1pPr>
          </a:lstStyle>
          <a:p>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57702" y="877824"/>
            <a:ext cx="5509458" cy="5102352"/>
          </a:xfrm>
        </p:spPr>
        <p:txBody>
          <a:bodyPr vert="horz" lIns="91440" tIns="45720" rIns="91440" bIns="45720" rtlCol="0" anchor="ctr">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p:txBody>
          <a:bodyPr/>
          <a:lstStyle/>
          <a:p>
            <a:fld id="{3AEEF7F6-ECFE-4473-B3E9-C91BE833927A}" type="datetimeFigureOut">
              <a:rPr lang="en-US" smtClean="0"/>
              <a:t>11/5/2025</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60957508"/>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9BA5514-C4EC-5772-F451-90A91C385D2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1C95E155-D254-47EB-52CD-C66E0A29E9A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5" name="Rectangle 4">
              <a:extLst>
                <a:ext uri="{FF2B5EF4-FFF2-40B4-BE49-F238E27FC236}">
                  <a16:creationId xmlns:a16="http://schemas.microsoft.com/office/drawing/2014/main" id="{B947EE6D-F09F-E804-C40C-AB228BDE8E64}"/>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272783" y="722376"/>
            <a:ext cx="5138927" cy="1581912"/>
          </a:xfrm>
        </p:spPr>
        <p:txBody>
          <a:bodyPr vert="horz" lIns="91440" tIns="45720" rIns="91440" bIns="45720" rtlCol="0" anchor="b">
            <a:normAutofit/>
          </a:bodyPr>
          <a:lstStyle>
            <a:lvl1pPr>
              <a:defRPr lang="en-US" sz="6000" dirty="0">
                <a:gradFill>
                  <a:gsLst>
                    <a:gs pos="0">
                      <a:schemeClr val="accent2"/>
                    </a:gs>
                    <a:gs pos="100000">
                      <a:schemeClr val="accent5"/>
                    </a:gs>
                  </a:gsLst>
                  <a:lin ang="12000000" scaled="0"/>
                </a:gradFill>
              </a:defRPr>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630EF3B0-9D02-EBD8-2D14-79BF34534AA1}"/>
              </a:ext>
            </a:extLst>
          </p:cNvPr>
          <p:cNvSpPr>
            <a:spLocks noGrp="1"/>
          </p:cNvSpPr>
          <p:nvPr>
            <p:ph type="pic" sz="quarter" idx="17" hasCustomPrompt="1"/>
          </p:nvPr>
        </p:nvSpPr>
        <p:spPr>
          <a:xfrm>
            <a:off x="119307" y="0"/>
            <a:ext cx="5413248" cy="6858000"/>
          </a:xfrm>
          <a:blipFill>
            <a:blip r:embed="rId2">
              <a:alphaModFix amt="70000"/>
            </a:blip>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834640"/>
            <a:ext cx="5138928" cy="2999232"/>
          </a:xfrm>
        </p:spPr>
        <p:txBody>
          <a:bodyPr vert="horz" lIns="91440" tIns="45720" rIns="91440" bIns="45720" rtlCol="0" anchor="b">
            <a:normAutofit/>
          </a:bodyPr>
          <a:lstStyle>
            <a:lvl1pPr marL="457200" indent="-457200">
              <a:buFont typeface="+mj-lt"/>
              <a:buAutoNum type="arabicPeriod"/>
              <a:defRPr lang="en-US" sz="2000" dirty="0"/>
            </a:lvl1pPr>
            <a:lvl2pPr marL="571500" indent="-342900">
              <a:buFont typeface="+mj-lt"/>
              <a:buAutoNum type="arabicPeriod"/>
              <a:defRPr lang="en-US" sz="1800" dirty="0"/>
            </a:lvl2pPr>
            <a:lvl3pPr marL="800100" indent="-342900">
              <a:buFont typeface="+mj-lt"/>
              <a:buAutoNum type="arabicPeriod"/>
              <a:defRPr lang="en-US" sz="1600" dirty="0"/>
            </a:lvl3pPr>
            <a:lvl4pPr>
              <a:buFont typeface="+mj-lt"/>
              <a:buAutoNum type="arabicPeriod"/>
              <a:defRPr lang="en-US" sz="1400" dirty="0"/>
            </a:lvl4pPr>
            <a:lvl5pPr>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272784" y="6318504"/>
            <a:ext cx="3569956" cy="365760"/>
          </a:xfrm>
        </p:spPr>
        <p:txBody>
          <a:bodyPr/>
          <a:lstStyle/>
          <a:p>
            <a:endParaRPr lang="en-US"/>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10075652" y="6318504"/>
            <a:ext cx="1491507" cy="365760"/>
          </a:xfrm>
        </p:spPr>
        <p:txBody>
          <a:bodyPr/>
          <a:lstStyle/>
          <a:p>
            <a:fld id="{3AEEF7F6-ECFE-4473-B3E9-C91BE833927A}" type="datetimeFigureOut">
              <a:rPr lang="en-US" smtClean="0"/>
              <a:t>11/5/2025</a:t>
            </a:fld>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972538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CE855AC-5F95-123D-E0A1-CBD75D8FD00A}"/>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F3A6A854-7BA6-35FC-898F-37F3BC10E5D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455EF75-521C-7F12-2397-68B6128751E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82496" y="2222436"/>
            <a:ext cx="4160520" cy="2825496"/>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437376" y="2222436"/>
            <a:ext cx="3959352" cy="2697480"/>
          </a:xfrm>
        </p:spPr>
        <p:txBody>
          <a:bodyPr vert="horz" lIns="91440" tIns="45720" rIns="91440" bIns="45720" rtlCol="0">
            <a:normAutofit/>
          </a:bodyPr>
          <a:lstStyle>
            <a:lvl1pPr marL="0" indent="0">
              <a:buNone/>
              <a:defRPr lang="en-US" sz="1800" dirty="0"/>
            </a:lvl1pPr>
            <a:lvl2pPr marL="228600" indent="0">
              <a:buNone/>
              <a:defRPr lang="en-US" sz="16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F09CF825-511F-35F8-E0EC-636033ED43EE}"/>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36A82C16-EB1A-4294-103B-715F071E5A35}"/>
              </a:ext>
            </a:extLst>
          </p:cNvPr>
          <p:cNvSpPr>
            <a:spLocks noGrp="1"/>
          </p:cNvSpPr>
          <p:nvPr>
            <p:ph type="dt" sz="half" idx="14"/>
          </p:nvPr>
        </p:nvSpPr>
        <p:spPr/>
        <p:txBody>
          <a:bodyPr/>
          <a:lstStyle/>
          <a:p>
            <a:fld id="{3AEEF7F6-ECFE-4473-B3E9-C91BE833927A}" type="datetimeFigureOut">
              <a:rPr lang="en-US" smtClean="0"/>
              <a:t>11/5/2025</a:t>
            </a:fld>
            <a:endParaRPr lang="en-US"/>
          </a:p>
        </p:txBody>
      </p:sp>
      <p:sp>
        <p:nvSpPr>
          <p:cNvPr id="15" name="Slide Number Placeholder 14">
            <a:extLst>
              <a:ext uri="{FF2B5EF4-FFF2-40B4-BE49-F238E27FC236}">
                <a16:creationId xmlns:a16="http://schemas.microsoft.com/office/drawing/2014/main" id="{727EA83B-52EA-A0B8-E2E8-C9D1FE273B2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885988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74537F0-59D7-5CF5-65CE-33DFA62B3767}"/>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C7EFD035-FCE9-275A-5EEF-94FC6583E39A}"/>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DFF3E46-4915-D511-DDA5-9451667C3C8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68552" y="2048256"/>
            <a:ext cx="3813048" cy="3538728"/>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75960" y="2048256"/>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57CB2298-A12A-D380-ED4F-AD870434F233}"/>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9D1F2EAD-3327-FA60-8B7F-6CBBD02C3F07}"/>
              </a:ext>
            </a:extLst>
          </p:cNvPr>
          <p:cNvSpPr>
            <a:spLocks noGrp="1"/>
          </p:cNvSpPr>
          <p:nvPr>
            <p:ph type="dt" sz="half" idx="14"/>
          </p:nvPr>
        </p:nvSpPr>
        <p:spPr/>
        <p:txBody>
          <a:bodyPr/>
          <a:lstStyle/>
          <a:p>
            <a:fld id="{3AEEF7F6-ECFE-4473-B3E9-C91BE833927A}" type="datetimeFigureOut">
              <a:rPr lang="en-US" smtClean="0"/>
              <a:t>11/5/2025</a:t>
            </a:fld>
            <a:endParaRPr lang="en-US"/>
          </a:p>
        </p:txBody>
      </p:sp>
      <p:sp>
        <p:nvSpPr>
          <p:cNvPr id="9" name="Slide Number Placeholder 8">
            <a:extLst>
              <a:ext uri="{FF2B5EF4-FFF2-40B4-BE49-F238E27FC236}">
                <a16:creationId xmlns:a16="http://schemas.microsoft.com/office/drawing/2014/main" id="{A63D4A7C-9E9E-96BC-68B8-3F92C9B3B40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692472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0675FE4-1839-CB8F-7574-8FBCED9706D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9" name="Rectangle 8">
              <a:extLst>
                <a:ext uri="{FF2B5EF4-FFF2-40B4-BE49-F238E27FC236}">
                  <a16:creationId xmlns:a16="http://schemas.microsoft.com/office/drawing/2014/main" id="{1C309010-BB96-4CE9-3A39-43FA59198DD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2D5C3E8-4075-EEED-D3DC-B1B0DCD9F940}"/>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722376"/>
            <a:ext cx="7214616" cy="1280160"/>
          </a:xfrm>
        </p:spPr>
        <p:txBody>
          <a:bodyPr anchor="t">
            <a:normAutofit/>
          </a:bodyPr>
          <a:lstStyle>
            <a:lvl1pPr>
              <a:defRPr sz="40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3922776" y="2240280"/>
            <a:ext cx="7349947" cy="37216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4A089F15-F7A9-6130-79CF-D853C6B4B742}"/>
              </a:ext>
            </a:extLst>
          </p:cNvPr>
          <p:cNvSpPr>
            <a:spLocks noGrp="1"/>
          </p:cNvSpPr>
          <p:nvPr>
            <p:ph type="ftr" sz="quarter" idx="15"/>
          </p:nvPr>
        </p:nvSpPr>
        <p:spPr/>
        <p:txBody>
          <a:bodyPr/>
          <a:lstStyle/>
          <a:p>
            <a:endParaRPr lang="en-US"/>
          </a:p>
        </p:txBody>
      </p:sp>
      <p:sp>
        <p:nvSpPr>
          <p:cNvPr id="11" name="Date Placeholder 10">
            <a:extLst>
              <a:ext uri="{FF2B5EF4-FFF2-40B4-BE49-F238E27FC236}">
                <a16:creationId xmlns:a16="http://schemas.microsoft.com/office/drawing/2014/main" id="{65C79459-C978-FF61-F7FC-DC5D1F170174}"/>
              </a:ext>
            </a:extLst>
          </p:cNvPr>
          <p:cNvSpPr>
            <a:spLocks noGrp="1"/>
          </p:cNvSpPr>
          <p:nvPr>
            <p:ph type="dt" sz="half" idx="14"/>
          </p:nvPr>
        </p:nvSpPr>
        <p:spPr/>
        <p:txBody>
          <a:bodyPr/>
          <a:lstStyle/>
          <a:p>
            <a:fld id="{3AEEF7F6-ECFE-4473-B3E9-C91BE833927A}" type="datetimeFigureOut">
              <a:rPr lang="en-US" smtClean="0"/>
              <a:t>11/5/2025</a:t>
            </a:fld>
            <a:endParaRPr lang="en-US"/>
          </a:p>
        </p:txBody>
      </p:sp>
      <p:sp>
        <p:nvSpPr>
          <p:cNvPr id="13" name="Slide Number Placeholder 12">
            <a:extLst>
              <a:ext uri="{FF2B5EF4-FFF2-40B4-BE49-F238E27FC236}">
                <a16:creationId xmlns:a16="http://schemas.microsoft.com/office/drawing/2014/main" id="{BFFBCCE1-48C7-7734-891D-F4664CC97B6C}"/>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6730795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43A83600-30C4-2F21-93C5-D07537A3964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1" name="Rectangle 10">
              <a:extLst>
                <a:ext uri="{FF2B5EF4-FFF2-40B4-BE49-F238E27FC236}">
                  <a16:creationId xmlns:a16="http://schemas.microsoft.com/office/drawing/2014/main" id="{BA1F9F49-F979-53D6-3ED8-352816078D4C}"/>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4745F95-9BA3-B7A5-F004-E2BB1CFFE2F8}"/>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4215384" cy="3136392"/>
          </a:xfrm>
        </p:spPr>
        <p:txBody>
          <a:bodyPr anchor="t">
            <a:normAutofit/>
          </a:bodyPr>
          <a:lstStyle>
            <a:lvl1pPr>
              <a:defRPr sz="32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68696" y="640080"/>
            <a:ext cx="5998464" cy="56967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11/5/2025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6992664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604B371-347D-80EC-2C2C-C69CD2EF7B9D}"/>
              </a:ext>
              <a:ext uri="{C183D7F6-B498-43B3-948B-1728B52AA6E4}">
                <adec:decorative xmlns:adec="http://schemas.microsoft.com/office/drawing/2017/decorative" val="1"/>
              </a:ext>
            </a:extLst>
          </p:cNvPr>
          <p:cNvGrpSpPr/>
          <p:nvPr/>
        </p:nvGrpSpPr>
        <p:grpSpPr>
          <a:xfrm flipV="1">
            <a:off x="12068340" y="0"/>
            <a:ext cx="123362" cy="6858000"/>
            <a:chOff x="12068638" y="0"/>
            <a:chExt cx="123362" cy="6858000"/>
          </a:xfrm>
        </p:grpSpPr>
        <p:sp>
          <p:nvSpPr>
            <p:cNvPr id="5" name="Rectangle 4">
              <a:extLst>
                <a:ext uri="{FF2B5EF4-FFF2-40B4-BE49-F238E27FC236}">
                  <a16:creationId xmlns:a16="http://schemas.microsoft.com/office/drawing/2014/main" id="{3F227FEA-4B4B-3484-7267-B7BD65A4E9BF}"/>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53530AA-F724-4235-0FDF-84595FCBFBC1}"/>
                </a:ext>
              </a:extLst>
            </p:cNvPr>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21792"/>
            <a:ext cx="10872216" cy="749808"/>
          </a:xfrm>
        </p:spPr>
        <p:txBody>
          <a:bodyPr anchor="ctr">
            <a:normAutofit/>
          </a:bodyPr>
          <a:lstStyle>
            <a:lvl1pPr>
              <a:defRPr sz="3200">
                <a:gradFill>
                  <a:gsLst>
                    <a:gs pos="0">
                      <a:schemeClr val="accent5"/>
                    </a:gs>
                    <a:gs pos="100000">
                      <a:schemeClr val="accent2"/>
                    </a:gs>
                  </a:gsLst>
                  <a:lin ang="138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1591056"/>
            <a:ext cx="7772400"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11/5/2025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187351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1155E4-5659-692F-6CDC-095E555AF698}"/>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88AFD6F-0EAD-ADCF-CB9A-AB74C59048E1}"/>
              </a:ext>
            </a:extLst>
          </p:cNvPr>
          <p:cNvSpPr/>
          <p:nvPr/>
        </p:nvSpPr>
        <p:spPr>
          <a:xfrm rot="16200000">
            <a:off x="6635246" y="-3716556"/>
            <a:ext cx="1855397" cy="9288510"/>
          </a:xfrm>
          <a:prstGeom prst="rect">
            <a:avLst/>
          </a:prstGeom>
          <a:gradFill>
            <a:gsLst>
              <a:gs pos="45000">
                <a:schemeClr val="accent5">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310896"/>
            <a:ext cx="10872216" cy="1225296"/>
          </a:xfrm>
        </p:spPr>
        <p:txBody>
          <a:bodyPr anchor="ctr">
            <a:normAutofit/>
          </a:bodyPr>
          <a:lstStyle>
            <a:lvl1pPr>
              <a:defRPr sz="3200">
                <a:solidFill>
                  <a:schemeClr val="bg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2249424" y="2313432"/>
            <a:ext cx="8732520" cy="3895344"/>
          </a:xfrm>
        </p:spPr>
        <p:txBody>
          <a:bodyPr vert="horz" lIns="91440" tIns="45720" rIns="91440" bIns="45720" rtlCol="0" anchor="ctr">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3AEEF7F6-ECFE-4473-B3E9-C91BE833927A}" type="datetimeFigureOut">
              <a:rPr lang="en-US" smtClean="0"/>
              <a:t>11/5/2025</a:t>
            </a:fld>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095427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1394E45B-1239-5927-7239-231AB33A23C5}"/>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3" name="Rectangle 12">
              <a:extLst>
                <a:ext uri="{FF2B5EF4-FFF2-40B4-BE49-F238E27FC236}">
                  <a16:creationId xmlns:a16="http://schemas.microsoft.com/office/drawing/2014/main" id="{C82CCE1C-1D53-2F67-CA11-693E1CA40CC5}"/>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C77A3C2-9949-B8A0-8486-8228C60D0C3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493008" cy="3621024"/>
          </a:xfrm>
        </p:spPr>
        <p:txBody>
          <a:bodyPr vert="horz" lIns="91440" tIns="45720" rIns="91440" bIns="45720" rtlCol="0" anchor="t">
            <a:normAutofit/>
          </a:bodyPr>
          <a:lstStyle>
            <a:lvl1pPr>
              <a:defRPr lang="en-US" dirty="0">
                <a:gradFill>
                  <a:gsLst>
                    <a:gs pos="0">
                      <a:schemeClr val="accent5"/>
                    </a:gs>
                    <a:gs pos="100000">
                      <a:schemeClr val="accent2"/>
                    </a:gs>
                  </a:gsLst>
                  <a:lin ang="13800000" scaled="0"/>
                </a:gradFill>
              </a:defRPr>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p:txBody>
          <a:bodyPr/>
          <a:lstStyle/>
          <a:p>
            <a:endParaRPr lang="en-US"/>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3AEEF7F6-ECFE-4473-B3E9-C91BE833927A}" type="datetimeFigureOut">
              <a:rPr lang="en-US" smtClean="0"/>
              <a:t>11/5/2025</a:t>
            </a:fld>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6010541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9">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2293C7-9DD5-C84B-6A44-F0D117C4C94B}"/>
              </a:ext>
            </a:extLst>
          </p:cNvPr>
          <p:cNvSpPr/>
          <p:nvPr/>
        </p:nvSpPr>
        <p:spPr>
          <a:xfrm>
            <a:off x="3" y="-4323"/>
            <a:ext cx="4059076" cy="686957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1C088F0D-A4DE-CAA0-43A6-84E52AD904F3}"/>
              </a:ext>
            </a:extLst>
          </p:cNvPr>
          <p:cNvSpPr/>
          <p:nvPr/>
        </p:nvSpPr>
        <p:spPr>
          <a:xfrm rot="10800000">
            <a:off x="-1" y="1061883"/>
            <a:ext cx="4059079" cy="5803372"/>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6" name="Rectangle 5">
            <a:extLst>
              <a:ext uri="{FF2B5EF4-FFF2-40B4-BE49-F238E27FC236}">
                <a16:creationId xmlns:a16="http://schemas.microsoft.com/office/drawing/2014/main" id="{25CD67E0-1350-1985-A4E1-5215AF902BF2}"/>
              </a:ext>
            </a:extLst>
          </p:cNvPr>
          <p:cNvSpPr/>
          <p:nvPr/>
        </p:nvSpPr>
        <p:spPr>
          <a:xfrm rot="16200000">
            <a:off x="-524095" y="1129367"/>
            <a:ext cx="5716870" cy="3449479"/>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3081528" cy="4014216"/>
          </a:xfrm>
        </p:spPr>
        <p:txBody>
          <a:bodyPr vert="horz" lIns="91440" tIns="45720" rIns="91440" bIns="45720" rtlCol="0" anchor="t">
            <a:normAutofit/>
          </a:bodyPr>
          <a:lstStyle>
            <a:lvl1pPr>
              <a:defRPr lang="en-US" dirty="0">
                <a:solidFill>
                  <a:schemeClr val="bg1"/>
                </a:solidFill>
              </a:defRPr>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92040" y="640081"/>
            <a:ext cx="6675120" cy="5577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2B6B8768-08ED-B8FE-AB87-3961B13E76EC}"/>
              </a:ext>
            </a:extLst>
          </p:cNvPr>
          <p:cNvSpPr>
            <a:spLocks noGrp="1"/>
          </p:cNvSpPr>
          <p:nvPr>
            <p:ph type="ftr" sz="quarter" idx="15"/>
          </p:nvPr>
        </p:nvSpPr>
        <p:spPr>
          <a:xfrm>
            <a:off x="612648" y="6318504"/>
            <a:ext cx="3446431" cy="365760"/>
          </a:xfrm>
        </p:spPr>
        <p:txBody>
          <a:bodyPr/>
          <a:lstStyle>
            <a:lvl1pPr>
              <a:defRPr>
                <a:solidFill>
                  <a:schemeClr val="bg1"/>
                </a:solidFill>
              </a:defRPr>
            </a:lvl1pPr>
          </a:lstStyle>
          <a:p>
            <a:endParaRPr lang="en-US"/>
          </a:p>
        </p:txBody>
      </p:sp>
      <p:sp>
        <p:nvSpPr>
          <p:cNvPr id="10" name="Date Placeholder 9">
            <a:extLst>
              <a:ext uri="{FF2B5EF4-FFF2-40B4-BE49-F238E27FC236}">
                <a16:creationId xmlns:a16="http://schemas.microsoft.com/office/drawing/2014/main" id="{0790CD73-4635-8D46-A7E8-EDF5E35D34ED}"/>
              </a:ext>
            </a:extLst>
          </p:cNvPr>
          <p:cNvSpPr>
            <a:spLocks noGrp="1"/>
          </p:cNvSpPr>
          <p:nvPr>
            <p:ph type="dt" sz="half" idx="14"/>
          </p:nvPr>
        </p:nvSpPr>
        <p:spPr/>
        <p:txBody>
          <a:bodyPr/>
          <a:lstStyle/>
          <a:p>
            <a:fld id="{3AEEF7F6-ECFE-4473-B3E9-C91BE833927A}" type="datetimeFigureOut">
              <a:rPr lang="en-US" smtClean="0"/>
              <a:t>11/5/2025</a:t>
            </a:fld>
            <a:endParaRPr lang="en-US"/>
          </a:p>
        </p:txBody>
      </p:sp>
      <p:sp>
        <p:nvSpPr>
          <p:cNvPr id="12" name="Slide Number Placeholder 11">
            <a:extLst>
              <a:ext uri="{FF2B5EF4-FFF2-40B4-BE49-F238E27FC236}">
                <a16:creationId xmlns:a16="http://schemas.microsoft.com/office/drawing/2014/main" id="{CE7E57EE-CAE7-24C5-9F1D-159F32ADDDD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1420710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605272" y="502920"/>
            <a:ext cx="5961888" cy="1197864"/>
          </a:xfrm>
        </p:spPr>
        <p:txBody>
          <a:bodyPr anchor="b"/>
          <a:lstStyle/>
          <a:p>
            <a:r>
              <a:rPr lang="en-US"/>
              <a:t>Click to edit Master title style</a:t>
            </a:r>
            <a:endParaRPr lang="en-US" dirty="0"/>
          </a:p>
        </p:txBody>
      </p:sp>
      <p:grpSp>
        <p:nvGrpSpPr>
          <p:cNvPr id="3" name="Group 2">
            <a:extLst>
              <a:ext uri="{FF2B5EF4-FFF2-40B4-BE49-F238E27FC236}">
                <a16:creationId xmlns:a16="http://schemas.microsoft.com/office/drawing/2014/main" id="{125E9B8B-7499-A48C-F314-3620CFFB8E0B}"/>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139B506F-0FAC-8905-0F05-E889644A7B9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DAC1EBA-955D-23C1-CCE1-CF2C6CBFD05B}"/>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Picture Placeholder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115866" y="0"/>
            <a:ext cx="4837176"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605272" y="1801367"/>
            <a:ext cx="5961888"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851225D-49EF-5752-ACF2-F43EB2B36332}"/>
              </a:ext>
            </a:extLst>
          </p:cNvPr>
          <p:cNvSpPr>
            <a:spLocks noGrp="1"/>
          </p:cNvSpPr>
          <p:nvPr>
            <p:ph type="ftr" sz="quarter" idx="17"/>
          </p:nvPr>
        </p:nvSpPr>
        <p:spPr>
          <a:xfrm>
            <a:off x="5605272" y="6318504"/>
            <a:ext cx="4096512" cy="365760"/>
          </a:xfrm>
        </p:spPr>
        <p:txBody>
          <a:bodyPr/>
          <a:lstStyle/>
          <a:p>
            <a:endParaRPr lang="en-US"/>
          </a:p>
        </p:txBody>
      </p:sp>
      <p:sp>
        <p:nvSpPr>
          <p:cNvPr id="4" name="Date Placeholder 3">
            <a:extLst>
              <a:ext uri="{FF2B5EF4-FFF2-40B4-BE49-F238E27FC236}">
                <a16:creationId xmlns:a16="http://schemas.microsoft.com/office/drawing/2014/main" id="{93A362DD-3333-1184-E97C-2FDF9D599F49}"/>
              </a:ext>
            </a:extLst>
          </p:cNvPr>
          <p:cNvSpPr>
            <a:spLocks noGrp="1"/>
          </p:cNvSpPr>
          <p:nvPr>
            <p:ph type="dt" sz="half" idx="16"/>
          </p:nvPr>
        </p:nvSpPr>
        <p:spPr>
          <a:xfrm>
            <a:off x="9701784" y="6318504"/>
            <a:ext cx="1865376" cy="365760"/>
          </a:xfrm>
        </p:spPr>
        <p:txBody>
          <a:bodyPr/>
          <a:lstStyle/>
          <a:p>
            <a:fld id="{3AEEF7F6-ECFE-4473-B3E9-C91BE833927A}" type="datetimeFigureOut">
              <a:rPr lang="en-US" smtClean="0"/>
              <a:t>11/5/2025</a:t>
            </a:fld>
            <a:endParaRPr lang="en-US"/>
          </a:p>
        </p:txBody>
      </p:sp>
      <p:sp>
        <p:nvSpPr>
          <p:cNvPr id="6" name="Slide Number Placeholder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327008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6858000" cy="84124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472184"/>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655B44AF-FB05-4BBA-5AC9-C89D1BB5BE69}"/>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2632EABA-2011-B91D-C867-6B03C4743305}"/>
              </a:ext>
            </a:extLst>
          </p:cNvPr>
          <p:cNvSpPr>
            <a:spLocks noGrp="1"/>
          </p:cNvSpPr>
          <p:nvPr>
            <p:ph type="dt" sz="half" idx="16"/>
          </p:nvPr>
        </p:nvSpPr>
        <p:spPr>
          <a:xfrm>
            <a:off x="4709160" y="6318504"/>
            <a:ext cx="2350008" cy="365760"/>
          </a:xfrm>
        </p:spPr>
        <p:txBody>
          <a:bodyPr/>
          <a:lstStyle/>
          <a:p>
            <a:fld id="{3AEEF7F6-ECFE-4473-B3E9-C91BE833927A}" type="datetimeFigureOut">
              <a:rPr lang="en-US" smtClean="0"/>
              <a:t>11/5/2025</a:t>
            </a:fld>
            <a:endParaRPr lang="en-US"/>
          </a:p>
        </p:txBody>
      </p:sp>
      <p:sp>
        <p:nvSpPr>
          <p:cNvPr id="13" name="Slide Number Placeholder 12">
            <a:extLst>
              <a:ext uri="{FF2B5EF4-FFF2-40B4-BE49-F238E27FC236}">
                <a16:creationId xmlns:a16="http://schemas.microsoft.com/office/drawing/2014/main" id="{437E37F5-E579-D12C-536E-A9118707E1C6}"/>
              </a:ext>
            </a:extLst>
          </p:cNvPr>
          <p:cNvSpPr>
            <a:spLocks noGrp="1"/>
          </p:cNvSpPr>
          <p:nvPr>
            <p:ph type="sldNum" sz="quarter" idx="18"/>
          </p:nvPr>
        </p:nvSpPr>
        <p:spPr>
          <a:xfrm>
            <a:off x="6976872" y="6318504"/>
            <a:ext cx="493776" cy="365760"/>
          </a:xfrm>
        </p:spPr>
        <p:txBody>
          <a:bodyPr/>
          <a:lstStyle/>
          <a:p>
            <a:fld id="{5DAD859A-2C66-45B9-9A71-3CF205EC2D4A}" type="slidenum">
              <a:rPr lang="en-US" smtClean="0"/>
              <a:t>‹#›</a:t>
            </a:fld>
            <a:endParaRPr lang="en-US"/>
          </a:p>
        </p:txBody>
      </p:sp>
      <p:sp>
        <p:nvSpPr>
          <p:cNvPr id="9" name="Picture Placeholder 8">
            <a:extLst>
              <a:ext uri="{FF2B5EF4-FFF2-40B4-BE49-F238E27FC236}">
                <a16:creationId xmlns:a16="http://schemas.microsoft.com/office/drawing/2014/main" id="{19D3616B-B0C6-AB9E-48FA-05090671826A}"/>
              </a:ext>
            </a:extLst>
          </p:cNvPr>
          <p:cNvSpPr>
            <a:spLocks noGrp="1"/>
          </p:cNvSpPr>
          <p:nvPr>
            <p:ph type="pic" sz="quarter" idx="15" hasCustomPrompt="1"/>
          </p:nvPr>
        </p:nvSpPr>
        <p:spPr>
          <a:xfrm>
            <a:off x="8129142" y="0"/>
            <a:ext cx="3939493"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0" name="Group 9">
            <a:extLst>
              <a:ext uri="{FF2B5EF4-FFF2-40B4-BE49-F238E27FC236}">
                <a16:creationId xmlns:a16="http://schemas.microsoft.com/office/drawing/2014/main" id="{D5BBFBAF-5922-A442-5D1A-BC28ADE0D2B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1" name="Rectangle 10">
              <a:extLst>
                <a:ext uri="{FF2B5EF4-FFF2-40B4-BE49-F238E27FC236}">
                  <a16:creationId xmlns:a16="http://schemas.microsoft.com/office/drawing/2014/main" id="{E9DBF79C-336C-A5FC-F9A7-F678FEB5C351}"/>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B3E95C8-0894-01F3-97E4-60803AAA24A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433084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06516" y="502920"/>
            <a:ext cx="6858000" cy="841248"/>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8AF4E90B-EF6F-24B4-C4FE-7FBC72B7E9EE}"/>
              </a:ext>
            </a:extLst>
          </p:cNvPr>
          <p:cNvSpPr>
            <a:spLocks noGrp="1"/>
          </p:cNvSpPr>
          <p:nvPr>
            <p:ph type="pic" sz="quarter" idx="15" hasCustomPrompt="1"/>
          </p:nvPr>
        </p:nvSpPr>
        <p:spPr>
          <a:xfrm>
            <a:off x="115867" y="0"/>
            <a:ext cx="3968496"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1" name="Group 10">
            <a:extLst>
              <a:ext uri="{FF2B5EF4-FFF2-40B4-BE49-F238E27FC236}">
                <a16:creationId xmlns:a16="http://schemas.microsoft.com/office/drawing/2014/main" id="{3F50B082-E806-677A-B150-164003C5BF2E}"/>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CEBF228F-ECC6-8326-8C59-4539BE646E4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29E235C-963A-D79C-5145-5233B1FD5A8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06516" y="1472183"/>
            <a:ext cx="6858000"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46FDC5C-46E3-4585-C089-E091BE6E5D36}"/>
              </a:ext>
            </a:extLst>
          </p:cNvPr>
          <p:cNvSpPr>
            <a:spLocks noGrp="1"/>
          </p:cNvSpPr>
          <p:nvPr>
            <p:ph type="ftr" sz="quarter" idx="17"/>
          </p:nvPr>
        </p:nvSpPr>
        <p:spPr>
          <a:xfrm>
            <a:off x="4706516" y="6318504"/>
            <a:ext cx="4096512" cy="365760"/>
          </a:xfrm>
        </p:spPr>
        <p:txBody>
          <a:bodyPr/>
          <a:lstStyle/>
          <a:p>
            <a:endParaRPr lang="en-US"/>
          </a:p>
        </p:txBody>
      </p:sp>
      <p:sp>
        <p:nvSpPr>
          <p:cNvPr id="3" name="Date Placeholder 2">
            <a:extLst>
              <a:ext uri="{FF2B5EF4-FFF2-40B4-BE49-F238E27FC236}">
                <a16:creationId xmlns:a16="http://schemas.microsoft.com/office/drawing/2014/main" id="{5721447D-8AA6-9863-0212-376200A916F4}"/>
              </a:ext>
            </a:extLst>
          </p:cNvPr>
          <p:cNvSpPr>
            <a:spLocks noGrp="1"/>
          </p:cNvSpPr>
          <p:nvPr>
            <p:ph type="dt" sz="half" idx="16"/>
          </p:nvPr>
        </p:nvSpPr>
        <p:spPr>
          <a:xfrm>
            <a:off x="8729070" y="6318504"/>
            <a:ext cx="2838090" cy="365760"/>
          </a:xfrm>
        </p:spPr>
        <p:txBody>
          <a:bodyPr/>
          <a:lstStyle/>
          <a:p>
            <a:fld id="{3AEEF7F6-ECFE-4473-B3E9-C91BE833927A}" type="datetimeFigureOut">
              <a:rPr lang="en-US" smtClean="0"/>
              <a:t>11/5/2025</a:t>
            </a:fld>
            <a:endParaRPr lang="en-US"/>
          </a:p>
        </p:txBody>
      </p:sp>
      <p:sp>
        <p:nvSpPr>
          <p:cNvPr id="9" name="Slide Number Placeholder 8">
            <a:extLst>
              <a:ext uri="{FF2B5EF4-FFF2-40B4-BE49-F238E27FC236}">
                <a16:creationId xmlns:a16="http://schemas.microsoft.com/office/drawing/2014/main" id="{86395A93-90A0-8500-32A5-2011DF9658F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2008953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7AE7BB9-8F3B-888B-7C5F-C693E4B78B3D}"/>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7CA2AA3A-CAA5-475A-C3CD-9ABFCE2B0092}"/>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43ED07E-CBE3-22B8-BCE0-4F98BB64C4C6}"/>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573413" cy="841248"/>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1472184"/>
            <a:ext cx="4573413" cy="47823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42B6E2F6-1C60-7678-922C-01C4DB211D7A}"/>
              </a:ext>
            </a:extLst>
          </p:cNvPr>
          <p:cNvSpPr>
            <a:spLocks noGrp="1"/>
          </p:cNvSpPr>
          <p:nvPr>
            <p:ph type="ftr" sz="quarter" idx="17"/>
          </p:nvPr>
        </p:nvSpPr>
        <p:spPr>
          <a:xfrm>
            <a:off x="612648" y="6318504"/>
            <a:ext cx="2743200" cy="365760"/>
          </a:xfrm>
        </p:spPr>
        <p:txBody>
          <a:bodyPr/>
          <a:lstStyle/>
          <a:p>
            <a:endParaRPr lang="en-US"/>
          </a:p>
        </p:txBody>
      </p:sp>
      <p:sp>
        <p:nvSpPr>
          <p:cNvPr id="4" name="Date Placeholder 3">
            <a:extLst>
              <a:ext uri="{FF2B5EF4-FFF2-40B4-BE49-F238E27FC236}">
                <a16:creationId xmlns:a16="http://schemas.microsoft.com/office/drawing/2014/main" id="{0D5BA7FF-A77E-82D8-382F-C60F9EB7D403}"/>
              </a:ext>
            </a:extLst>
          </p:cNvPr>
          <p:cNvSpPr>
            <a:spLocks noGrp="1"/>
          </p:cNvSpPr>
          <p:nvPr>
            <p:ph type="dt" sz="half" idx="16"/>
          </p:nvPr>
        </p:nvSpPr>
        <p:spPr>
          <a:xfrm>
            <a:off x="3355847" y="6318504"/>
            <a:ext cx="1418733" cy="365760"/>
          </a:xfrm>
        </p:spPr>
        <p:txBody>
          <a:bodyPr/>
          <a:lstStyle/>
          <a:p>
            <a:fld id="{3AEEF7F6-ECFE-4473-B3E9-C91BE833927A}" type="datetimeFigureOut">
              <a:rPr lang="en-US" smtClean="0"/>
              <a:t>11/5/2025</a:t>
            </a:fld>
            <a:endParaRPr lang="en-US"/>
          </a:p>
        </p:txBody>
      </p:sp>
      <p:sp>
        <p:nvSpPr>
          <p:cNvPr id="13" name="Slide Number Placeholder 12">
            <a:extLst>
              <a:ext uri="{FF2B5EF4-FFF2-40B4-BE49-F238E27FC236}">
                <a16:creationId xmlns:a16="http://schemas.microsoft.com/office/drawing/2014/main" id="{277AED5A-2B3B-6F43-CA78-5BF85217FD6E}"/>
              </a:ext>
            </a:extLst>
          </p:cNvPr>
          <p:cNvSpPr>
            <a:spLocks noGrp="1"/>
          </p:cNvSpPr>
          <p:nvPr>
            <p:ph type="sldNum" sz="quarter" idx="18"/>
          </p:nvPr>
        </p:nvSpPr>
        <p:spPr>
          <a:xfrm>
            <a:off x="4692285" y="6318504"/>
            <a:ext cx="493776" cy="365760"/>
          </a:xfrm>
        </p:spPr>
        <p:txBody>
          <a:bodyPr/>
          <a:lstStyle/>
          <a:p>
            <a:fld id="{5DAD859A-2C66-45B9-9A71-3CF205EC2D4A}" type="slidenum">
              <a:rPr lang="en-US" smtClean="0"/>
              <a:t>‹#›</a:t>
            </a:fld>
            <a:endParaRPr lang="en-US"/>
          </a:p>
        </p:txBody>
      </p:sp>
      <p:sp>
        <p:nvSpPr>
          <p:cNvPr id="12" name="Picture Placeholder 11">
            <a:extLst>
              <a:ext uri="{FF2B5EF4-FFF2-40B4-BE49-F238E27FC236}">
                <a16:creationId xmlns:a16="http://schemas.microsoft.com/office/drawing/2014/main" id="{EC59C038-AFE7-F1BB-D482-33E170892572}"/>
              </a:ext>
            </a:extLst>
          </p:cNvPr>
          <p:cNvSpPr>
            <a:spLocks noGrp="1"/>
          </p:cNvSpPr>
          <p:nvPr>
            <p:ph type="pic" sz="quarter" idx="15" hasCustomPrompt="1"/>
          </p:nvPr>
        </p:nvSpPr>
        <p:spPr>
          <a:xfrm>
            <a:off x="5844556" y="0"/>
            <a:ext cx="6224082"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1110149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389120" cy="144475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648" y="2084832"/>
            <a:ext cx="4389120" cy="41696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612648" y="6318504"/>
            <a:ext cx="2651760" cy="365760"/>
          </a:xfrm>
        </p:spPr>
        <p:txBody>
          <a:bodyPr/>
          <a:lstStyle/>
          <a:p>
            <a:endParaRPr lang="en-US"/>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264408" y="6318504"/>
            <a:ext cx="1325880" cy="365760"/>
          </a:xfrm>
        </p:spPr>
        <p:txBody>
          <a:bodyPr/>
          <a:lstStyle/>
          <a:p>
            <a:fld id="{3AEEF7F6-ECFE-4473-B3E9-C91BE833927A}" type="datetimeFigureOut">
              <a:rPr lang="en-US" smtClean="0"/>
              <a:t>11/5/2025</a:t>
            </a:fld>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4507992"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5660263" y="0"/>
            <a:ext cx="6408375"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1" name="Group 10">
            <a:extLst>
              <a:ext uri="{FF2B5EF4-FFF2-40B4-BE49-F238E27FC236}">
                <a16:creationId xmlns:a16="http://schemas.microsoft.com/office/drawing/2014/main" id="{5D76C82F-0CA8-713E-E19A-65D51910A5DC}"/>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C3A0EB22-0640-E9D6-5C90-504668EDC47C}"/>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995F219-6751-8C9C-0F4E-1048F537CB6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6781193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C494689-2DF4-F719-B5A3-0E33B5AB963F}"/>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7" name="Rectangle 16">
              <a:extLst>
                <a:ext uri="{FF2B5EF4-FFF2-40B4-BE49-F238E27FC236}">
                  <a16:creationId xmlns:a16="http://schemas.microsoft.com/office/drawing/2014/main" id="{258C88C8-2ADC-03E1-DA79-C09C9FFCB400}"/>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EE9281E-3F01-B630-B5DF-17CEE295D67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22376"/>
            <a:ext cx="3017520" cy="3364992"/>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105656" y="722376"/>
            <a:ext cx="3417212" cy="5440680"/>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998356" y="722376"/>
            <a:ext cx="3566160" cy="5440680"/>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B46F9121-A740-6137-350B-F287FC3F65ED}"/>
              </a:ext>
            </a:extLst>
          </p:cNvPr>
          <p:cNvSpPr>
            <a:spLocks noGrp="1"/>
          </p:cNvSpPr>
          <p:nvPr>
            <p:ph type="ftr" sz="quarter" idx="17"/>
          </p:nvPr>
        </p:nvSpPr>
        <p:spPr/>
        <p:txBody>
          <a:bodyPr/>
          <a:lstStyle/>
          <a:p>
            <a:endParaRPr lang="en-US"/>
          </a:p>
        </p:txBody>
      </p:sp>
      <p:sp>
        <p:nvSpPr>
          <p:cNvPr id="9" name="Date Placeholder 8">
            <a:extLst>
              <a:ext uri="{FF2B5EF4-FFF2-40B4-BE49-F238E27FC236}">
                <a16:creationId xmlns:a16="http://schemas.microsoft.com/office/drawing/2014/main" id="{71DDF62D-265F-648C-DEAF-A6B63AFE9A88}"/>
              </a:ext>
            </a:extLst>
          </p:cNvPr>
          <p:cNvSpPr>
            <a:spLocks noGrp="1"/>
          </p:cNvSpPr>
          <p:nvPr>
            <p:ph type="dt" sz="half" idx="16"/>
          </p:nvPr>
        </p:nvSpPr>
        <p:spPr/>
        <p:txBody>
          <a:bodyPr/>
          <a:lstStyle/>
          <a:p>
            <a:fld id="{3AEEF7F6-ECFE-4473-B3E9-C91BE833927A}" type="datetimeFigureOut">
              <a:rPr lang="en-US" smtClean="0"/>
              <a:t>11/5/2025</a:t>
            </a:fld>
            <a:endParaRPr lang="en-US"/>
          </a:p>
        </p:txBody>
      </p:sp>
      <p:sp>
        <p:nvSpPr>
          <p:cNvPr id="15" name="Slide Number Placeholder 14">
            <a:extLst>
              <a:ext uri="{FF2B5EF4-FFF2-40B4-BE49-F238E27FC236}">
                <a16:creationId xmlns:a16="http://schemas.microsoft.com/office/drawing/2014/main" id="{4B1E5F69-8168-1838-71D3-E395524793E7}"/>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350930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DB5D765-4DB1-83CD-C254-A90B6611CFB6}"/>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9" name="Rectangle 8">
              <a:extLst>
                <a:ext uri="{FF2B5EF4-FFF2-40B4-BE49-F238E27FC236}">
                  <a16:creationId xmlns:a16="http://schemas.microsoft.com/office/drawing/2014/main" id="{C69A84EF-6D24-A163-8B58-B5389FD4DDD7}"/>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E9A50A9-013C-611D-B106-1ED459519F5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502920"/>
            <a:ext cx="3401568" cy="1444752"/>
          </a:xfrm>
        </p:spPr>
        <p:txBody>
          <a:bodyPr anchor="b"/>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115866" y="-1"/>
            <a:ext cx="7397496" cy="6857999"/>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8165592" y="6318504"/>
            <a:ext cx="2333520" cy="365760"/>
          </a:xfrm>
        </p:spPr>
        <p:txBody>
          <a:bodyPr/>
          <a:lstStyle/>
          <a:p>
            <a:endParaRPr lang="en-US"/>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10504406" y="6318504"/>
            <a:ext cx="1062754" cy="365760"/>
          </a:xfrm>
        </p:spPr>
        <p:txBody>
          <a:bodyPr/>
          <a:lstStyle/>
          <a:p>
            <a:fld id="{3AEEF7F6-ECFE-4473-B3E9-C91BE833927A}" type="datetimeFigureOut">
              <a:rPr lang="en-US" smtClean="0"/>
              <a:t>11/5/2025</a:t>
            </a:fld>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69381739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401568" cy="1444752"/>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2648" y="2084832"/>
            <a:ext cx="3401568" cy="416966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648" y="6318504"/>
            <a:ext cx="1975502" cy="365760"/>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588150" y="6318504"/>
            <a:ext cx="1014586" cy="365760"/>
          </a:xfrm>
        </p:spPr>
        <p:txBody>
          <a:bodyPr/>
          <a:lstStyle>
            <a:lvl1pPr>
              <a:defRPr>
                <a:solidFill>
                  <a:schemeClr val="tx1"/>
                </a:solidFill>
                <a:effectLst/>
              </a:defRPr>
            </a:lvl1pPr>
          </a:lstStyle>
          <a:p>
            <a:fld id="{3AEEF7F6-ECFE-4473-B3E9-C91BE833927A}" type="datetimeFigureOut">
              <a:rPr lang="en-US" smtClean="0"/>
              <a:t>11/5/2025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520440" y="6318504"/>
            <a:ext cx="493776" cy="365760"/>
          </a:xfrm>
        </p:spPr>
        <p:txBody>
          <a:bodyPr/>
          <a:lstStyle/>
          <a:p>
            <a:fld id="{5DAD859A-2C66-45B9-9A71-3CF205EC2D4A}" type="slidenum">
              <a:rPr lang="en-US" smtClean="0"/>
              <a:t>‹#›</a:t>
            </a:fld>
            <a:endParaRPr lang="en-US"/>
          </a:p>
        </p:txBody>
      </p:sp>
      <p:sp>
        <p:nvSpPr>
          <p:cNvPr id="10" name="Picture Placeholder 9">
            <a:extLst>
              <a:ext uri="{FF2B5EF4-FFF2-40B4-BE49-F238E27FC236}">
                <a16:creationId xmlns:a16="http://schemas.microsoft.com/office/drawing/2014/main" id="{85A6D87B-55DF-483B-0AF7-E6F2B6041C80}"/>
              </a:ext>
            </a:extLst>
          </p:cNvPr>
          <p:cNvSpPr>
            <a:spLocks noGrp="1"/>
          </p:cNvSpPr>
          <p:nvPr>
            <p:ph type="pic" sz="quarter" idx="15" hasCustomPrompt="1"/>
          </p:nvPr>
        </p:nvSpPr>
        <p:spPr>
          <a:xfrm>
            <a:off x="4802819" y="0"/>
            <a:ext cx="7265819"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1" name="Group 10">
            <a:extLst>
              <a:ext uri="{FF2B5EF4-FFF2-40B4-BE49-F238E27FC236}">
                <a16:creationId xmlns:a16="http://schemas.microsoft.com/office/drawing/2014/main" id="{DCFD1FA7-C4E8-DE5C-3B9D-DCD115B6C327}"/>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C133272-DC27-4D54-F532-D2039EAA5D9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9C8420D-B6AB-D6E7-38A4-FFF30B404590}"/>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376390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65592" y="1008126"/>
            <a:ext cx="3401567" cy="1947672"/>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115866" y="0"/>
            <a:ext cx="7397496" cy="6858000"/>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11" name="Group 10">
            <a:extLst>
              <a:ext uri="{FF2B5EF4-FFF2-40B4-BE49-F238E27FC236}">
                <a16:creationId xmlns:a16="http://schemas.microsoft.com/office/drawing/2014/main" id="{E02754B6-EAB4-945C-FC4E-F8F7D453BCCD}"/>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12" name="Rectangle 11">
              <a:extLst>
                <a:ext uri="{FF2B5EF4-FFF2-40B4-BE49-F238E27FC236}">
                  <a16:creationId xmlns:a16="http://schemas.microsoft.com/office/drawing/2014/main" id="{A699CF6F-40DA-4FCF-FBCF-9907CB96FB76}"/>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7C8A1CA-3094-3344-5C05-30F5E18CD021}"/>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65592" y="3099816"/>
            <a:ext cx="3401567" cy="3054096"/>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8165592" y="6318504"/>
            <a:ext cx="2331720" cy="365760"/>
          </a:xfrm>
        </p:spPr>
        <p:txBody>
          <a:bodyPr/>
          <a:lstStyle/>
          <a:p>
            <a:endParaRPr lang="en-US"/>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10497312" y="6318504"/>
            <a:ext cx="1069847" cy="365760"/>
          </a:xfrm>
        </p:spPr>
        <p:txBody>
          <a:bodyPr/>
          <a:lstStyle/>
          <a:p>
            <a:fld id="{3AEEF7F6-ECFE-4473-B3E9-C91BE833927A}" type="datetimeFigureOut">
              <a:rPr lang="en-US" smtClean="0"/>
              <a:t>11/5/2025</a:t>
            </a:fld>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5633609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956312"/>
            <a:ext cx="3647839" cy="142023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1"/>
            <a:ext cx="12192000" cy="4591025"/>
          </a:xfrm>
          <a:blipFill dpi="0" rotWithShape="1">
            <a:blip r:embed="rId2">
              <a:alphaModFix amt="70000"/>
            </a:blip>
            <a:srcRect/>
            <a:stretch>
              <a:fillRect/>
            </a:stretch>
          </a:blipFill>
        </p:spPr>
        <p:txBody>
          <a:bodyPr/>
          <a:lstStyle>
            <a:lvl1pPr marL="0" indent="0">
              <a:buNone/>
              <a:defRPr/>
            </a:lvl1pPr>
          </a:lstStyle>
          <a:p>
            <a:r>
              <a:rPr lang="en-US" dirty="0"/>
              <a:t> </a:t>
            </a:r>
          </a:p>
        </p:txBody>
      </p:sp>
      <p:grpSp>
        <p:nvGrpSpPr>
          <p:cNvPr id="9" name="Group 8">
            <a:extLst>
              <a:ext uri="{FF2B5EF4-FFF2-40B4-BE49-F238E27FC236}">
                <a16:creationId xmlns:a16="http://schemas.microsoft.com/office/drawing/2014/main" id="{7A6CD91D-B3A8-3626-F189-B9F77A315DD9}"/>
              </a:ext>
              <a:ext uri="{C183D7F6-B498-43B3-948B-1728B52AA6E4}">
                <adec:decorative xmlns:adec="http://schemas.microsoft.com/office/drawing/2017/decorative" val="1"/>
              </a:ext>
            </a:extLst>
          </p:cNvPr>
          <p:cNvGrpSpPr/>
          <p:nvPr/>
        </p:nvGrpSpPr>
        <p:grpSpPr>
          <a:xfrm rot="10800000">
            <a:off x="0" y="4591027"/>
            <a:ext cx="12198096" cy="123363"/>
            <a:chOff x="-5025" y="6737718"/>
            <a:chExt cx="12207200" cy="123363"/>
          </a:xfrm>
        </p:grpSpPr>
        <p:sp>
          <p:nvSpPr>
            <p:cNvPr id="10" name="Rectangle 9">
              <a:extLst>
                <a:ext uri="{FF2B5EF4-FFF2-40B4-BE49-F238E27FC236}">
                  <a16:creationId xmlns:a16="http://schemas.microsoft.com/office/drawing/2014/main" id="{6869147E-E51A-3B94-6CD8-EE629F8797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DCD771F-7FFC-BCEC-B388-8883BD9CBC61}"/>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257800" y="4956312"/>
            <a:ext cx="6309360" cy="1420235"/>
          </a:xfrm>
        </p:spPr>
        <p:txBody>
          <a:bodyPr>
            <a:norm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AEEF7F6-ECFE-4473-B3E9-C91BE833927A}" type="datetimeFigureOut">
              <a:rPr lang="en-US" smtClean="0"/>
              <a:t>11/5/2025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9331511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4093596"/>
            <a:ext cx="2953618" cy="200791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2" name="Picture Placeholder 11">
            <a:extLst>
              <a:ext uri="{FF2B5EF4-FFF2-40B4-BE49-F238E27FC236}">
                <a16:creationId xmlns:a16="http://schemas.microsoft.com/office/drawing/2014/main" id="{B8FB154D-4A60-735B-FA5C-F17F96D0F7DD}"/>
              </a:ext>
            </a:extLst>
          </p:cNvPr>
          <p:cNvSpPr>
            <a:spLocks noGrp="1"/>
          </p:cNvSpPr>
          <p:nvPr>
            <p:ph type="pic" sz="quarter" idx="15" hasCustomPrompt="1"/>
          </p:nvPr>
        </p:nvSpPr>
        <p:spPr>
          <a:xfrm>
            <a:off x="0" y="0"/>
            <a:ext cx="12192000" cy="3700807"/>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68555" y="4093596"/>
            <a:ext cx="7298605" cy="2289578"/>
          </a:xfrm>
        </p:spPr>
        <p:txBody>
          <a:bodyPr>
            <a:norm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p:txBody>
          <a:bodyPr/>
          <a:lstStyle/>
          <a:p>
            <a:endParaRPr lang="en-US"/>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p:txBody>
          <a:bodyPr/>
          <a:lstStyle/>
          <a:p>
            <a:fld id="{3AEEF7F6-ECFE-4473-B3E9-C91BE833927A}" type="datetimeFigureOut">
              <a:rPr lang="en-US" smtClean="0"/>
              <a:t>11/5/2025</a:t>
            </a:fld>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16469467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333CDCF-1D03-5851-5ADE-6C229D9C93F1}"/>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2" name="Rectangle 11">
              <a:extLst>
                <a:ext uri="{FF2B5EF4-FFF2-40B4-BE49-F238E27FC236}">
                  <a16:creationId xmlns:a16="http://schemas.microsoft.com/office/drawing/2014/main" id="{436CADBC-4985-70E0-56BE-1C8385BBCBD0}"/>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31B3299-F1D4-88B7-5B22-7D623606691F}"/>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87978"/>
            <a:ext cx="10954512" cy="969264"/>
          </a:xfrm>
        </p:spPr>
        <p:txBody>
          <a:bodyPr anchor="ct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5C3B04B-96C8-DA90-9593-3508CE34B4EE}"/>
              </a:ext>
            </a:extLst>
          </p:cNvPr>
          <p:cNvSpPr>
            <a:spLocks noGrp="1"/>
          </p:cNvSpPr>
          <p:nvPr>
            <p:ph type="pic" sz="quarter" idx="15" hasCustomPrompt="1"/>
          </p:nvPr>
        </p:nvSpPr>
        <p:spPr>
          <a:xfrm>
            <a:off x="612648" y="1801367"/>
            <a:ext cx="6550152" cy="4489704"/>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848600" y="1801367"/>
            <a:ext cx="3718561" cy="448970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2E02B3BF-7794-675C-7382-345519B43BE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08303468-1991-7CCF-2C67-0B5A3850BAD1}"/>
              </a:ext>
            </a:extLst>
          </p:cNvPr>
          <p:cNvSpPr>
            <a:spLocks noGrp="1"/>
          </p:cNvSpPr>
          <p:nvPr>
            <p:ph type="dt" sz="half" idx="16"/>
          </p:nvPr>
        </p:nvSpPr>
        <p:spPr/>
        <p:txBody>
          <a:bodyPr/>
          <a:lstStyle/>
          <a:p>
            <a:fld id="{3AEEF7F6-ECFE-4473-B3E9-C91BE833927A}" type="datetimeFigureOut">
              <a:rPr lang="en-US" smtClean="0"/>
              <a:t>11/5/2025</a:t>
            </a:fld>
            <a:endParaRPr lang="en-US"/>
          </a:p>
        </p:txBody>
      </p:sp>
      <p:sp>
        <p:nvSpPr>
          <p:cNvPr id="10" name="Slide Number Placeholder 9">
            <a:extLst>
              <a:ext uri="{FF2B5EF4-FFF2-40B4-BE49-F238E27FC236}">
                <a16:creationId xmlns:a16="http://schemas.microsoft.com/office/drawing/2014/main" id="{5AF75D71-C32E-4EF6-2C8E-B5F29DBF4D14}"/>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1003289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6287667-A4F8-6B7A-7C1E-415768F3B3A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9" name="Rectangle 8">
              <a:extLst>
                <a:ext uri="{FF2B5EF4-FFF2-40B4-BE49-F238E27FC236}">
                  <a16:creationId xmlns:a16="http://schemas.microsoft.com/office/drawing/2014/main" id="{860F260A-40A1-ED4C-F5A8-F915D3BDB7F5}"/>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79CD2C2-2541-1223-03B1-97955C134718}"/>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4669536" cy="1453896"/>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4669536" cy="4024566"/>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02919"/>
            <a:ext cx="5471160" cy="5815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F3134235-8D6E-735A-EBA0-BA533F60F020}"/>
              </a:ext>
            </a:extLst>
          </p:cNvPr>
          <p:cNvSpPr>
            <a:spLocks noGrp="1"/>
          </p:cNvSpPr>
          <p:nvPr>
            <p:ph type="ftr" sz="quarter" idx="17"/>
          </p:nvPr>
        </p:nvSpPr>
        <p:spPr/>
        <p:txBody>
          <a:bodyPr/>
          <a:lstStyle/>
          <a:p>
            <a:endParaRPr lang="en-US"/>
          </a:p>
        </p:txBody>
      </p:sp>
      <p:sp>
        <p:nvSpPr>
          <p:cNvPr id="10" name="Date Placeholder 9">
            <a:extLst>
              <a:ext uri="{FF2B5EF4-FFF2-40B4-BE49-F238E27FC236}">
                <a16:creationId xmlns:a16="http://schemas.microsoft.com/office/drawing/2014/main" id="{9D2F68ED-5552-E109-B7F4-671217CABF2D}"/>
              </a:ext>
            </a:extLst>
          </p:cNvPr>
          <p:cNvSpPr>
            <a:spLocks noGrp="1"/>
          </p:cNvSpPr>
          <p:nvPr>
            <p:ph type="dt" sz="half" idx="16"/>
          </p:nvPr>
        </p:nvSpPr>
        <p:spPr/>
        <p:txBody>
          <a:bodyPr/>
          <a:lstStyle/>
          <a:p>
            <a:fld id="{3AEEF7F6-ECFE-4473-B3E9-C91BE833927A}" type="datetimeFigureOut">
              <a:rPr lang="en-US" smtClean="0"/>
              <a:t>11/5/2025</a:t>
            </a:fld>
            <a:endParaRPr lang="en-US"/>
          </a:p>
        </p:txBody>
      </p:sp>
      <p:sp>
        <p:nvSpPr>
          <p:cNvPr id="12" name="Slide Number Placeholder 11">
            <a:extLst>
              <a:ext uri="{FF2B5EF4-FFF2-40B4-BE49-F238E27FC236}">
                <a16:creationId xmlns:a16="http://schemas.microsoft.com/office/drawing/2014/main" id="{573B9B49-4584-CFEF-738F-BE68D009CEA3}"/>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7005954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53C02DA-0C9D-12C9-42BB-CC4820B41CF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0" name="Rectangle 9">
              <a:extLst>
                <a:ext uri="{FF2B5EF4-FFF2-40B4-BE49-F238E27FC236}">
                  <a16:creationId xmlns:a16="http://schemas.microsoft.com/office/drawing/2014/main" id="{43680A20-A590-D755-5AA0-BAF1B1402907}"/>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CA06CF-7B14-32D2-2412-3434710512EF}"/>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3645980" cy="1453896"/>
          </a:xfrm>
        </p:spPr>
        <p:txBody>
          <a:bodyPr anchor="t"/>
          <a:lstStyle/>
          <a:p>
            <a:r>
              <a:rPr lang="en-US"/>
              <a:t>Click to edit Master title style</a:t>
            </a:r>
            <a:endParaRPr lang="en-US" dirty="0"/>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612648" y="2293938"/>
            <a:ext cx="3645980" cy="4024565"/>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212227" y="502919"/>
            <a:ext cx="6354933" cy="58155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p:txBody>
          <a:bodyPr/>
          <a:lstStyle/>
          <a:p>
            <a:endParaRPr lang="en-US"/>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3AEEF7F6-ECFE-4473-B3E9-C91BE833927A}" type="datetimeFigureOut">
              <a:rPr lang="en-US" smtClean="0"/>
              <a:t>11/5/2025</a:t>
            </a:fld>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466553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B93BC13-F3D8-0BDA-D1BF-7B8E455AC066}"/>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27362B5B-CACD-7203-74DE-7B0BBF7D69CE}"/>
              </a:ext>
            </a:extLst>
          </p:cNvPr>
          <p:cNvGrpSpPr/>
          <p:nvPr/>
        </p:nvGrpSpPr>
        <p:grpSpPr>
          <a:xfrm>
            <a:off x="-22276" y="-6922"/>
            <a:ext cx="12214276" cy="6869101"/>
            <a:chOff x="-22276" y="-6922"/>
            <a:chExt cx="12214276" cy="6869101"/>
          </a:xfrm>
        </p:grpSpPr>
        <p:sp>
          <p:nvSpPr>
            <p:cNvPr id="9" name="Rectangle 8">
              <a:extLst>
                <a:ext uri="{FF2B5EF4-FFF2-40B4-BE49-F238E27FC236}">
                  <a16:creationId xmlns:a16="http://schemas.microsoft.com/office/drawing/2014/main" id="{7D6A753B-AD01-7A7A-4F2D-C75592EC67B9}"/>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33E82525-BA9A-AA08-8DF0-B77178C6BC45}"/>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0A4B5202-8712-82B4-1B42-E7E4336E8698}"/>
                </a:ext>
              </a:extLst>
            </p:cNvPr>
            <p:cNvSpPr/>
            <p:nvPr/>
          </p:nvSpPr>
          <p:spPr>
            <a:xfrm flipH="1">
              <a:off x="-22276" y="-6922"/>
              <a:ext cx="3849318" cy="6864922"/>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2" name="Rectangle 11">
              <a:extLst>
                <a:ext uri="{FF2B5EF4-FFF2-40B4-BE49-F238E27FC236}">
                  <a16:creationId xmlns:a16="http://schemas.microsoft.com/office/drawing/2014/main" id="{D95172D8-9117-7FB7-2347-567B5663C51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1143000" y="4928616"/>
            <a:ext cx="9912096" cy="1545336"/>
          </a:xfrm>
        </p:spPr>
        <p:txBody>
          <a:bodyPr anchor="t">
            <a:normAutofit/>
          </a:bodyPr>
          <a:lstStyle>
            <a:lvl1pPr algn="ctr">
              <a:lnSpc>
                <a:spcPct val="120000"/>
              </a:lnSpc>
              <a:defRPr sz="280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30352" y="978408"/>
            <a:ext cx="11137392" cy="4114800"/>
          </a:xfrm>
        </p:spPr>
        <p:txBody>
          <a:bodyPr anchor="b">
            <a:normAutofit/>
          </a:bodyPr>
          <a:lstStyle>
            <a:lvl1pPr marL="0" indent="0" algn="ctr">
              <a:lnSpc>
                <a:spcPct val="90000"/>
              </a:lnSpc>
              <a:buNone/>
              <a:defRPr sz="27800" b="1">
                <a:solidFill>
                  <a:schemeClr val="tx1"/>
                </a:solidFill>
              </a:defRPr>
            </a:lvl1pPr>
          </a:lstStyle>
          <a:p>
            <a:pPr lvl="0"/>
            <a:r>
              <a:rPr lang="en-US" dirty="0"/>
              <a:t>##%</a:t>
            </a:r>
          </a:p>
        </p:txBody>
      </p:sp>
      <p:sp>
        <p:nvSpPr>
          <p:cNvPr id="3" name="Footer Placeholder 2">
            <a:extLst>
              <a:ext uri="{FF2B5EF4-FFF2-40B4-BE49-F238E27FC236}">
                <a16:creationId xmlns:a16="http://schemas.microsoft.com/office/drawing/2014/main" id="{31932224-E515-4E44-2832-0D5E94847CF7}"/>
              </a:ext>
            </a:extLst>
          </p:cNvPr>
          <p:cNvSpPr>
            <a:spLocks noGrp="1"/>
          </p:cNvSpPr>
          <p:nvPr>
            <p:ph type="ftr" sz="quarter" idx="10"/>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9E371D16-7052-CB51-10DB-659F8F77B25F}"/>
              </a:ext>
            </a:extLst>
          </p:cNvPr>
          <p:cNvSpPr>
            <a:spLocks noGrp="1"/>
          </p:cNvSpPr>
          <p:nvPr>
            <p:ph type="dt" sz="half" idx="11"/>
          </p:nvPr>
        </p:nvSpPr>
        <p:spPr/>
        <p:txBody>
          <a:bodyPr/>
          <a:lstStyle>
            <a:lvl1pPr>
              <a:defRPr>
                <a:solidFill>
                  <a:schemeClr val="tx1"/>
                </a:solidFill>
              </a:defRPr>
            </a:lvl1pPr>
          </a:lstStyle>
          <a:p>
            <a:fld id="{3AEEF7F6-ECFE-4473-B3E9-C91BE833927A}" type="datetimeFigureOut">
              <a:rPr lang="en-US" smtClean="0"/>
              <a:t>11/5/2025</a:t>
            </a:fld>
            <a:endParaRPr lang="en-US"/>
          </a:p>
        </p:txBody>
      </p:sp>
      <p:sp>
        <p:nvSpPr>
          <p:cNvPr id="5" name="Slide Number Placeholder 4">
            <a:extLst>
              <a:ext uri="{FF2B5EF4-FFF2-40B4-BE49-F238E27FC236}">
                <a16:creationId xmlns:a16="http://schemas.microsoft.com/office/drawing/2014/main" id="{85B132CC-C4B7-E2AF-5520-00C69FF37620}"/>
              </a:ext>
            </a:extLst>
          </p:cNvPr>
          <p:cNvSpPr>
            <a:spLocks noGrp="1"/>
          </p:cNvSpPr>
          <p:nvPr>
            <p:ph type="sldNum" sz="quarter" idx="12"/>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558028803"/>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718304"/>
            <a:ext cx="6281928" cy="1353312"/>
          </a:xfrm>
        </p:spPr>
        <p:txBody>
          <a:bodyPr vert="horz" lIns="91440" tIns="45720" rIns="91440" bIns="45720" rtlCol="0" anchor="t">
            <a:normAutofit/>
          </a:bodyPr>
          <a:lstStyle>
            <a:lvl1pPr>
              <a:lnSpc>
                <a:spcPct val="120000"/>
              </a:lnSpc>
              <a:defRPr lang="en-US" sz="2800" dirty="0"/>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521208" y="786384"/>
            <a:ext cx="11155680" cy="4334256"/>
          </a:xfrm>
        </p:spPr>
        <p:txBody>
          <a:bodyPr vert="horz" lIns="91440" tIns="45720" rIns="91440" bIns="45720" rtlCol="0" anchor="b">
            <a:normAutofit/>
          </a:bodyPr>
          <a:lstStyle>
            <a:lvl1pPr marL="0" indent="0">
              <a:buNone/>
              <a:defRPr lang="en-US" sz="27800" b="1" dirty="0">
                <a:gradFill>
                  <a:gsLst>
                    <a:gs pos="0">
                      <a:schemeClr val="accent2"/>
                    </a:gs>
                    <a:gs pos="100000">
                      <a:schemeClr val="accent5"/>
                    </a:gs>
                  </a:gsLst>
                  <a:lin ang="4200000" scaled="0"/>
                </a:gradFill>
              </a:defRPr>
            </a:lvl1pPr>
          </a:lstStyle>
          <a:p>
            <a:pPr lvl="0"/>
            <a:r>
              <a:rPr lang="en-US" dirty="0"/>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11/5/2025</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42991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BB35F-4BB0-2BB5-FD14-127AFB001957}"/>
              </a:ext>
            </a:extLst>
          </p:cNvPr>
          <p:cNvSpPr>
            <a:spLocks noGrp="1"/>
          </p:cNvSpPr>
          <p:nvPr>
            <p:ph type="title"/>
          </p:nvPr>
        </p:nvSpPr>
        <p:spPr>
          <a:xfrm>
            <a:off x="612648" y="4983480"/>
            <a:ext cx="6281928" cy="1353312"/>
          </a:xfrm>
        </p:spPr>
        <p:txBody>
          <a:bodyPr vert="horz" lIns="91440" tIns="45720" rIns="91440" bIns="45720" rtlCol="0" anchor="b">
            <a:normAutofit/>
          </a:bodyPr>
          <a:lstStyle>
            <a:lvl1pPr>
              <a:lnSpc>
                <a:spcPct val="120000"/>
              </a:lnSpc>
              <a:defRPr lang="en-US" sz="2800" dirty="0"/>
            </a:lvl1pPr>
          </a:lstStyle>
          <a:p>
            <a:pPr lvl="0"/>
            <a:r>
              <a:rPr lang="en-US"/>
              <a:t>Click to edit Master title style</a:t>
            </a:r>
            <a:endParaRPr lang="en-US" dirty="0"/>
          </a:p>
        </p:txBody>
      </p:sp>
      <p:sp>
        <p:nvSpPr>
          <p:cNvPr id="7" name="Content Placeholder 6">
            <a:extLst>
              <a:ext uri="{FF2B5EF4-FFF2-40B4-BE49-F238E27FC236}">
                <a16:creationId xmlns:a16="http://schemas.microsoft.com/office/drawing/2014/main" id="{887C9CAD-F25A-225B-E7BA-4503FD713A44}"/>
              </a:ext>
            </a:extLst>
          </p:cNvPr>
          <p:cNvSpPr>
            <a:spLocks noGrp="1"/>
          </p:cNvSpPr>
          <p:nvPr>
            <p:ph sz="quarter" idx="13" hasCustomPrompt="1"/>
          </p:nvPr>
        </p:nvSpPr>
        <p:spPr>
          <a:xfrm>
            <a:off x="457200" y="182880"/>
            <a:ext cx="11247120" cy="4974336"/>
          </a:xfrm>
        </p:spPr>
        <p:txBody>
          <a:bodyPr vert="horz" lIns="91440" tIns="45720" rIns="91440" bIns="45720" rtlCol="0">
            <a:normAutofit/>
          </a:bodyPr>
          <a:lstStyle>
            <a:lvl1pPr marL="0" indent="0">
              <a:lnSpc>
                <a:spcPct val="90000"/>
              </a:lnSpc>
              <a:buNone/>
              <a:defRPr lang="en-US" sz="32500" b="1" dirty="0">
                <a:gradFill>
                  <a:gsLst>
                    <a:gs pos="0">
                      <a:schemeClr val="accent2"/>
                    </a:gs>
                    <a:gs pos="100000">
                      <a:schemeClr val="accent5"/>
                    </a:gs>
                  </a:gsLst>
                  <a:lin ang="4200000" scaled="0"/>
                </a:gradFill>
              </a:defRPr>
            </a:lvl1pPr>
          </a:lstStyle>
          <a:p>
            <a:pPr lvl="0"/>
            <a:r>
              <a:rPr lang="en-US" dirty="0"/>
              <a:t>##%</a:t>
            </a:r>
          </a:p>
        </p:txBody>
      </p:sp>
      <p:sp>
        <p:nvSpPr>
          <p:cNvPr id="14" name="Footer Placeholder 13">
            <a:extLst>
              <a:ext uri="{FF2B5EF4-FFF2-40B4-BE49-F238E27FC236}">
                <a16:creationId xmlns:a16="http://schemas.microsoft.com/office/drawing/2014/main" id="{06AFD340-D045-A82B-779A-CCE82B04A257}"/>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418D0173-56FC-C02C-32BA-73DB1BA380C4}"/>
              </a:ext>
            </a:extLst>
          </p:cNvPr>
          <p:cNvSpPr>
            <a:spLocks noGrp="1"/>
          </p:cNvSpPr>
          <p:nvPr>
            <p:ph type="dt" sz="half" idx="14"/>
          </p:nvPr>
        </p:nvSpPr>
        <p:spPr/>
        <p:txBody>
          <a:bodyPr/>
          <a:lstStyle/>
          <a:p>
            <a:fld id="{3AEEF7F6-ECFE-4473-B3E9-C91BE833927A}" type="datetimeFigureOut">
              <a:rPr lang="en-US" smtClean="0"/>
              <a:t>11/5/2025</a:t>
            </a:fld>
            <a:endParaRPr lang="en-US"/>
          </a:p>
        </p:txBody>
      </p:sp>
      <p:sp>
        <p:nvSpPr>
          <p:cNvPr id="15" name="Slide Number Placeholder 14">
            <a:extLst>
              <a:ext uri="{FF2B5EF4-FFF2-40B4-BE49-F238E27FC236}">
                <a16:creationId xmlns:a16="http://schemas.microsoft.com/office/drawing/2014/main" id="{1B246833-56EB-2252-BAD6-8D369F55483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15897878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gradFill>
                  <a:gsLst>
                    <a:gs pos="0">
                      <a:schemeClr val="accent2"/>
                    </a:gs>
                    <a:gs pos="100000">
                      <a:schemeClr val="accent5"/>
                    </a:gs>
                  </a:gsLst>
                  <a:lin ang="0" scaled="0"/>
                </a:gradFill>
              </a:defRPr>
            </a:lvl1pPr>
            <a:lvl2pPr marL="228600" indent="0">
              <a:lnSpc>
                <a:spcPct val="100000"/>
              </a:lnSpc>
              <a:buNone/>
              <a:defRPr sz="4800" b="1">
                <a:gradFill>
                  <a:gsLst>
                    <a:gs pos="0">
                      <a:schemeClr val="accent2"/>
                    </a:gs>
                    <a:gs pos="100000">
                      <a:schemeClr val="accent5"/>
                    </a:gs>
                  </a:gsLst>
                  <a:lin ang="0" scaled="0"/>
                </a:gradFill>
              </a:defRPr>
            </a:lvl2pPr>
            <a:lvl3pPr marL="457200" indent="0">
              <a:lnSpc>
                <a:spcPct val="100000"/>
              </a:lnSpc>
              <a:buNone/>
              <a:defRPr sz="4400" b="1">
                <a:gradFill>
                  <a:gsLst>
                    <a:gs pos="0">
                      <a:schemeClr val="accent2"/>
                    </a:gs>
                    <a:gs pos="100000">
                      <a:schemeClr val="accent5"/>
                    </a:gs>
                  </a:gsLst>
                  <a:lin ang="0" scaled="0"/>
                </a:gradFill>
              </a:defRPr>
            </a:lvl3pPr>
            <a:lvl4pPr marL="685800" indent="0">
              <a:lnSpc>
                <a:spcPct val="100000"/>
              </a:lnSpc>
              <a:buNone/>
              <a:defRPr sz="4000" b="1">
                <a:gradFill>
                  <a:gsLst>
                    <a:gs pos="0">
                      <a:schemeClr val="accent2"/>
                    </a:gs>
                    <a:gs pos="100000">
                      <a:schemeClr val="accent5"/>
                    </a:gs>
                  </a:gsLst>
                  <a:lin ang="0" scaled="0"/>
                </a:gradFill>
              </a:defRPr>
            </a:lvl4pPr>
            <a:lvl5pPr marL="914400" indent="0">
              <a:lnSpc>
                <a:spcPct val="100000"/>
              </a:lnSpc>
              <a:buNone/>
              <a:defRPr sz="3600" b="1">
                <a:gradFill>
                  <a:gsLst>
                    <a:gs pos="0">
                      <a:schemeClr val="accent2"/>
                    </a:gs>
                    <a:gs pos="100000">
                      <a:schemeClr val="accent5"/>
                    </a:gs>
                  </a:gsLst>
                  <a:lin ang="0" scaled="0"/>
                </a:gra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3AEEF7F6-ECFE-4473-B3E9-C91BE833927A}" type="datetimeFigureOut">
              <a:rPr lang="en-US" smtClean="0"/>
              <a:t>11/5/2025</a:t>
            </a:fld>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2100985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tatement 2">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91C0A04-3BC7-B88E-3974-2A73D0A107E7}"/>
              </a:ext>
            </a:extLst>
          </p:cNvPr>
          <p:cNvSpPr/>
          <p:nvPr/>
        </p:nvSpPr>
        <p:spPr>
          <a:xfrm>
            <a:off x="0" y="0"/>
            <a:ext cx="12188952"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B07991EE-474F-899B-8FEF-F82B3E5BDF10}"/>
              </a:ext>
            </a:extLst>
          </p:cNvPr>
          <p:cNvGrpSpPr/>
          <p:nvPr/>
        </p:nvGrpSpPr>
        <p:grpSpPr>
          <a:xfrm>
            <a:off x="-7285" y="-6922"/>
            <a:ext cx="12199285" cy="6869101"/>
            <a:chOff x="-22275" y="-6922"/>
            <a:chExt cx="12214275" cy="6869101"/>
          </a:xfrm>
        </p:grpSpPr>
        <p:sp>
          <p:nvSpPr>
            <p:cNvPr id="8" name="Rectangle 7">
              <a:extLst>
                <a:ext uri="{FF2B5EF4-FFF2-40B4-BE49-F238E27FC236}">
                  <a16:creationId xmlns:a16="http://schemas.microsoft.com/office/drawing/2014/main" id="{19D5B255-8277-F118-03CD-8BAE19E8D68B}"/>
                </a:ext>
              </a:extLst>
            </p:cNvPr>
            <p:cNvSpPr/>
            <p:nvPr/>
          </p:nvSpPr>
          <p:spPr>
            <a:xfrm rot="5400000">
              <a:off x="2655863" y="-2678137"/>
              <a:ext cx="6857999" cy="12214275"/>
            </a:xfrm>
            <a:prstGeom prst="rect">
              <a:avLst/>
            </a:prstGeom>
            <a:gradFill>
              <a:gsLst>
                <a:gs pos="0">
                  <a:schemeClr val="accent2"/>
                </a:gs>
                <a:gs pos="93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9" name="Rectangle 8">
              <a:extLst>
                <a:ext uri="{FF2B5EF4-FFF2-40B4-BE49-F238E27FC236}">
                  <a16:creationId xmlns:a16="http://schemas.microsoft.com/office/drawing/2014/main" id="{2E8FF695-246F-077D-F2C8-36B38501750D}"/>
                </a:ext>
              </a:extLst>
            </p:cNvPr>
            <p:cNvSpPr/>
            <p:nvPr/>
          </p:nvSpPr>
          <p:spPr>
            <a:xfrm rot="16200000">
              <a:off x="3197276" y="-2132545"/>
              <a:ext cx="6850175" cy="11139273"/>
            </a:xfrm>
            <a:prstGeom prst="rect">
              <a:avLst/>
            </a:prstGeom>
            <a:gradFill flip="none" rotWithShape="1">
              <a:gsLst>
                <a:gs pos="0">
                  <a:schemeClr val="accent5">
                    <a:lumMod val="75000"/>
                  </a:schemeClr>
                </a:gs>
                <a:gs pos="32000">
                  <a:schemeClr val="accent5">
                    <a:alpha val="0"/>
                  </a:schemeClr>
                </a:gs>
              </a:gsLst>
              <a:lin ang="19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0" name="Rectangle 9">
              <a:extLst>
                <a:ext uri="{FF2B5EF4-FFF2-40B4-BE49-F238E27FC236}">
                  <a16:creationId xmlns:a16="http://schemas.microsoft.com/office/drawing/2014/main" id="{1DB72F2E-896E-2C27-7B7B-07C3BA02B78E}"/>
                </a:ext>
              </a:extLst>
            </p:cNvPr>
            <p:cNvSpPr/>
            <p:nvPr/>
          </p:nvSpPr>
          <p:spPr>
            <a:xfrm flipH="1">
              <a:off x="-14981" y="-6922"/>
              <a:ext cx="3836566" cy="685291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sp>
          <p:nvSpPr>
            <p:cNvPr id="11" name="Rectangle 10">
              <a:extLst>
                <a:ext uri="{FF2B5EF4-FFF2-40B4-BE49-F238E27FC236}">
                  <a16:creationId xmlns:a16="http://schemas.microsoft.com/office/drawing/2014/main" id="{9522BC71-28C2-81D8-FB44-31BC493BBF50}"/>
                </a:ext>
                <a:ext uri="{C183D7F6-B498-43B3-948B-1728B52AA6E4}">
                  <adec:decorative xmlns:adec="http://schemas.microsoft.com/office/drawing/2017/decorative" val="1"/>
                </a:ext>
              </a:extLst>
            </p:cNvPr>
            <p:cNvSpPr/>
            <p:nvPr/>
          </p:nvSpPr>
          <p:spPr>
            <a:xfrm rot="5400000">
              <a:off x="6189691" y="-743112"/>
              <a:ext cx="5263375" cy="6741243"/>
            </a:xfrm>
            <a:prstGeom prst="rect">
              <a:avLst/>
            </a:prstGeom>
            <a:gradFill flip="none" rotWithShape="1">
              <a:gsLst>
                <a:gs pos="2000">
                  <a:schemeClr val="accent5">
                    <a:lumMod val="60000"/>
                    <a:lumOff val="40000"/>
                    <a:alpha val="68000"/>
                  </a:schemeClr>
                </a:gs>
                <a:gs pos="48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Light"/>
                <a:ea typeface="+mn-ea"/>
                <a:cs typeface="+mn-cs"/>
              </a:endParaRPr>
            </a:p>
          </p:txBody>
        </p:sp>
      </p:grpSp>
      <p:grpSp>
        <p:nvGrpSpPr>
          <p:cNvPr id="16" name="Group 15">
            <a:extLst>
              <a:ext uri="{FF2B5EF4-FFF2-40B4-BE49-F238E27FC236}">
                <a16:creationId xmlns:a16="http://schemas.microsoft.com/office/drawing/2014/main" id="{83681088-8C72-D3AA-E951-F32AA4318F60}"/>
              </a:ext>
              <a:ext uri="{C183D7F6-B498-43B3-948B-1728B52AA6E4}">
                <adec:decorative xmlns:adec="http://schemas.microsoft.com/office/drawing/2017/decorative" val="1"/>
              </a:ext>
            </a:extLst>
          </p:cNvPr>
          <p:cNvGrpSpPr/>
          <p:nvPr/>
        </p:nvGrpSpPr>
        <p:grpSpPr>
          <a:xfrm rot="10800000">
            <a:off x="-8784" y="6739061"/>
            <a:ext cx="12207240" cy="137160"/>
            <a:chOff x="-5025" y="6737718"/>
            <a:chExt cx="12207200" cy="123363"/>
          </a:xfrm>
          <a:solidFill>
            <a:schemeClr val="tx1"/>
          </a:solidFill>
        </p:grpSpPr>
        <p:sp>
          <p:nvSpPr>
            <p:cNvPr id="17" name="Rectangle 16">
              <a:extLst>
                <a:ext uri="{FF2B5EF4-FFF2-40B4-BE49-F238E27FC236}">
                  <a16:creationId xmlns:a16="http://schemas.microsoft.com/office/drawing/2014/main" id="{923FCCF6-A9CE-8C06-A018-3526E4B210A6}"/>
                </a:ext>
              </a:extLst>
            </p:cNvPr>
            <p:cNvSpPr/>
            <p:nvPr/>
          </p:nvSpPr>
          <p:spPr>
            <a:xfrm rot="5400000" flipH="1">
              <a:off x="6036894" y="695800"/>
              <a:ext cx="123362" cy="122071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641A033-DCF1-2B2E-7479-E074B140FA8C}"/>
                </a:ext>
              </a:extLst>
            </p:cNvPr>
            <p:cNvSpPr/>
            <p:nvPr/>
          </p:nvSpPr>
          <p:spPr>
            <a:xfrm rot="16200000">
              <a:off x="9176406" y="3835311"/>
              <a:ext cx="123362" cy="592817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83F83B6E-95ED-1D70-2F6E-8299525C04B0}"/>
              </a:ext>
              <a:ext uri="{C183D7F6-B498-43B3-948B-1728B52AA6E4}">
                <adec:decorative xmlns:adec="http://schemas.microsoft.com/office/drawing/2017/decorative" val="1"/>
              </a:ext>
            </a:extLst>
          </p:cNvPr>
          <p:cNvGrpSpPr/>
          <p:nvPr/>
        </p:nvGrpSpPr>
        <p:grpSpPr>
          <a:xfrm>
            <a:off x="12068636" y="0"/>
            <a:ext cx="137160" cy="6858000"/>
            <a:chOff x="12068638" y="0"/>
            <a:chExt cx="123362" cy="6858000"/>
          </a:xfrm>
          <a:solidFill>
            <a:schemeClr val="tx1"/>
          </a:solidFill>
        </p:grpSpPr>
        <p:sp>
          <p:nvSpPr>
            <p:cNvPr id="20" name="Rectangle 19">
              <a:extLst>
                <a:ext uri="{FF2B5EF4-FFF2-40B4-BE49-F238E27FC236}">
                  <a16:creationId xmlns:a16="http://schemas.microsoft.com/office/drawing/2014/main" id="{A1F59BE4-AC2E-2AB9-FE80-40CAF77CA798}"/>
                </a:ext>
              </a:extLst>
            </p:cNvPr>
            <p:cNvSpPr/>
            <p:nvPr/>
          </p:nvSpPr>
          <p:spPr>
            <a:xfrm>
              <a:off x="12068638" y="0"/>
              <a:ext cx="12336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01C2DAC-E593-02EE-C7E4-01B9BAA443C6}"/>
                </a:ext>
              </a:extLst>
            </p:cNvPr>
            <p:cNvSpPr/>
            <p:nvPr/>
          </p:nvSpPr>
          <p:spPr>
            <a:xfrm>
              <a:off x="12068638" y="3527553"/>
              <a:ext cx="123362" cy="333044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7680960" cy="5605272"/>
          </a:xfrm>
        </p:spPr>
        <p:txBody>
          <a:bodyPr anchor="t">
            <a:normAutofit/>
          </a:bodyPr>
          <a:lstStyle>
            <a:lvl1pPr marL="0" indent="0">
              <a:lnSpc>
                <a:spcPct val="100000"/>
              </a:lnSpc>
              <a:buNone/>
              <a:defRPr sz="5600" b="1">
                <a:solidFill>
                  <a:schemeClr val="tx1"/>
                </a:solidFill>
              </a:defRPr>
            </a:lvl1pPr>
            <a:lvl2pPr marL="228600" indent="0">
              <a:lnSpc>
                <a:spcPct val="100000"/>
              </a:lnSpc>
              <a:buNone/>
              <a:defRPr sz="5600" b="1">
                <a:solidFill>
                  <a:schemeClr val="tx1"/>
                </a:solidFill>
              </a:defRPr>
            </a:lvl2pPr>
            <a:lvl3pPr marL="457200" indent="0">
              <a:lnSpc>
                <a:spcPct val="100000"/>
              </a:lnSpc>
              <a:buNone/>
              <a:defRPr sz="5600" b="1">
                <a:solidFill>
                  <a:schemeClr val="tx1"/>
                </a:solidFill>
              </a:defRPr>
            </a:lvl3pPr>
            <a:lvl4pPr marL="685800" indent="0">
              <a:lnSpc>
                <a:spcPct val="100000"/>
              </a:lnSpc>
              <a:buNone/>
              <a:defRPr sz="5600" b="1">
                <a:solidFill>
                  <a:schemeClr val="tx1"/>
                </a:solidFill>
              </a:defRPr>
            </a:lvl4pPr>
            <a:lvl5pPr marL="914400" indent="0">
              <a:lnSpc>
                <a:spcPct val="100000"/>
              </a:lnSpc>
              <a:buNone/>
              <a:defRPr sz="5600" b="1">
                <a:solidFill>
                  <a:schemeClr val="tx1"/>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lvl1pPr>
              <a:defRPr>
                <a:solidFill>
                  <a:schemeClr val="tx1"/>
                </a:solidFill>
              </a:defRPr>
            </a:lvl1pPr>
          </a:lstStyle>
          <a:p>
            <a:fld id="{3AEEF7F6-ECFE-4473-B3E9-C91BE833927A}" type="datetimeFigureOut">
              <a:rPr lang="en-US" smtClean="0"/>
              <a:t>11/5/2025</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lvl1pPr>
              <a:defRPr>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621145701"/>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323AF82-B640-17D0-AC4B-55F4EDF5C4D1}"/>
              </a:ext>
              <a:ext uri="{C183D7F6-B498-43B3-948B-1728B52AA6E4}">
                <adec:decorative xmlns:adec="http://schemas.microsoft.com/office/drawing/2017/decorative" val="1"/>
              </a:ext>
            </a:extLst>
          </p:cNvPr>
          <p:cNvGrpSpPr/>
          <p:nvPr/>
        </p:nvGrpSpPr>
        <p:grpSpPr>
          <a:xfrm>
            <a:off x="0" y="0"/>
            <a:ext cx="123362" cy="6858000"/>
            <a:chOff x="12068638" y="0"/>
            <a:chExt cx="123362" cy="6858000"/>
          </a:xfrm>
        </p:grpSpPr>
        <p:sp>
          <p:nvSpPr>
            <p:cNvPr id="4" name="Rectangle 3">
              <a:extLst>
                <a:ext uri="{FF2B5EF4-FFF2-40B4-BE49-F238E27FC236}">
                  <a16:creationId xmlns:a16="http://schemas.microsoft.com/office/drawing/2014/main" id="{2DA5C8EA-7A6C-8AC0-78D1-F538329B41B8}"/>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F2FAD3C-DB75-D855-489D-B09F992EA0E9}"/>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FB287CE5-00A5-FA1D-EB2D-E5CFD27420D3}"/>
              </a:ext>
              <a:ext uri="{C183D7F6-B498-43B3-948B-1728B52AA6E4}">
                <adec:decorative xmlns:adec="http://schemas.microsoft.com/office/drawing/2017/decorative" val="1"/>
              </a:ext>
            </a:extLst>
          </p:cNvPr>
          <p:cNvGrpSpPr/>
          <p:nvPr/>
        </p:nvGrpSpPr>
        <p:grpSpPr>
          <a:xfrm rot="10800000">
            <a:off x="12357" y="6746828"/>
            <a:ext cx="12188952" cy="123363"/>
            <a:chOff x="-5025" y="6737718"/>
            <a:chExt cx="12207200" cy="123363"/>
          </a:xfrm>
        </p:grpSpPr>
        <p:sp>
          <p:nvSpPr>
            <p:cNvPr id="23" name="Rectangle 22">
              <a:extLst>
                <a:ext uri="{FF2B5EF4-FFF2-40B4-BE49-F238E27FC236}">
                  <a16:creationId xmlns:a16="http://schemas.microsoft.com/office/drawing/2014/main" id="{12C43EBD-E088-A3CD-FCDE-E6ED8F87D148}"/>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D88F00F-9D01-378E-377E-26B543D2FA77}"/>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82175" y="751366"/>
            <a:ext cx="8353433" cy="5402545"/>
          </a:xfrm>
        </p:spPr>
        <p:txBody>
          <a:bodyPr anchor="ctr">
            <a:normAutofit/>
          </a:bodyPr>
          <a:lstStyle>
            <a:lvl1pPr marL="0" indent="0">
              <a:lnSpc>
                <a:spcPct val="100000"/>
              </a:lnSpc>
              <a:buNone/>
              <a:defRPr sz="4800" b="1">
                <a:gradFill>
                  <a:gsLst>
                    <a:gs pos="0">
                      <a:schemeClr val="accent5"/>
                    </a:gs>
                    <a:gs pos="90000">
                      <a:schemeClr val="accent2"/>
                    </a:gs>
                  </a:gsLst>
                  <a:lin ang="9600000" scaled="0"/>
                </a:gradFill>
              </a:defRPr>
            </a:lvl1pPr>
            <a:lvl2pPr marL="228600" indent="0">
              <a:lnSpc>
                <a:spcPct val="100000"/>
              </a:lnSpc>
              <a:buNone/>
              <a:defRPr sz="4800" b="1">
                <a:gradFill>
                  <a:gsLst>
                    <a:gs pos="0">
                      <a:schemeClr val="accent5"/>
                    </a:gs>
                    <a:gs pos="90000">
                      <a:schemeClr val="accent2"/>
                    </a:gs>
                  </a:gsLst>
                  <a:lin ang="9600000" scaled="0"/>
                </a:gradFill>
              </a:defRPr>
            </a:lvl2pPr>
            <a:lvl3pPr marL="457200" indent="0">
              <a:lnSpc>
                <a:spcPct val="100000"/>
              </a:lnSpc>
              <a:buNone/>
              <a:defRPr sz="4800" b="1">
                <a:gradFill>
                  <a:gsLst>
                    <a:gs pos="0">
                      <a:schemeClr val="accent5"/>
                    </a:gs>
                    <a:gs pos="90000">
                      <a:schemeClr val="accent2"/>
                    </a:gs>
                  </a:gsLst>
                  <a:lin ang="9600000" scaled="0"/>
                </a:gradFill>
              </a:defRPr>
            </a:lvl3pPr>
            <a:lvl4pPr marL="685800" indent="0">
              <a:lnSpc>
                <a:spcPct val="100000"/>
              </a:lnSpc>
              <a:buNone/>
              <a:defRPr sz="4800" b="1">
                <a:gradFill>
                  <a:gsLst>
                    <a:gs pos="0">
                      <a:schemeClr val="accent5"/>
                    </a:gs>
                    <a:gs pos="90000">
                      <a:schemeClr val="accent2"/>
                    </a:gs>
                  </a:gsLst>
                  <a:lin ang="9600000" scaled="0"/>
                </a:gradFill>
              </a:defRPr>
            </a:lvl4pPr>
            <a:lvl5pPr marL="914400" indent="0">
              <a:lnSpc>
                <a:spcPct val="100000"/>
              </a:lnSpc>
              <a:buNone/>
              <a:defRPr sz="4800" b="1">
                <a:gradFill>
                  <a:gsLst>
                    <a:gs pos="0">
                      <a:schemeClr val="accent5"/>
                    </a:gs>
                    <a:gs pos="90000">
                      <a:schemeClr val="accent2"/>
                    </a:gs>
                  </a:gsLst>
                  <a:lin ang="9600000" scaled="0"/>
                </a:gra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132871A2-A450-61EB-7368-98B251F15495}"/>
              </a:ext>
            </a:extLst>
          </p:cNvPr>
          <p:cNvSpPr>
            <a:spLocks noGrp="1"/>
          </p:cNvSpPr>
          <p:nvPr>
            <p:ph type="ftr" sz="quarter" idx="15"/>
          </p:nvPr>
        </p:nvSpPr>
        <p:spPr/>
        <p:txBody>
          <a:bodyPr/>
          <a:lstStyle/>
          <a:p>
            <a:endParaRPr lang="en-US"/>
          </a:p>
        </p:txBody>
      </p:sp>
      <p:sp>
        <p:nvSpPr>
          <p:cNvPr id="13" name="Date Placeholder 12">
            <a:extLst>
              <a:ext uri="{FF2B5EF4-FFF2-40B4-BE49-F238E27FC236}">
                <a16:creationId xmlns:a16="http://schemas.microsoft.com/office/drawing/2014/main" id="{7CA33720-A04E-18B6-251B-16C80085F295}"/>
              </a:ext>
            </a:extLst>
          </p:cNvPr>
          <p:cNvSpPr>
            <a:spLocks noGrp="1"/>
          </p:cNvSpPr>
          <p:nvPr>
            <p:ph type="dt" sz="half" idx="14"/>
          </p:nvPr>
        </p:nvSpPr>
        <p:spPr/>
        <p:txBody>
          <a:bodyPr/>
          <a:lstStyle/>
          <a:p>
            <a:fld id="{3AEEF7F6-ECFE-4473-B3E9-C91BE833927A}" type="datetimeFigureOut">
              <a:rPr lang="en-US" smtClean="0"/>
              <a:t>11/5/2025</a:t>
            </a:fld>
            <a:endParaRPr lang="en-US"/>
          </a:p>
        </p:txBody>
      </p:sp>
      <p:sp>
        <p:nvSpPr>
          <p:cNvPr id="15" name="Slide Number Placeholder 14">
            <a:extLst>
              <a:ext uri="{FF2B5EF4-FFF2-40B4-BE49-F238E27FC236}">
                <a16:creationId xmlns:a16="http://schemas.microsoft.com/office/drawing/2014/main" id="{AC245A2E-4B49-CED7-ADDF-6624BCC88DDE}"/>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152039542"/>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645920" y="5203004"/>
            <a:ext cx="9052560" cy="557784"/>
          </a:xfrm>
        </p:spPr>
        <p:txBody>
          <a:bodyPr anchor="ctr">
            <a:normAutofit/>
          </a:bodyPr>
          <a:lstStyle>
            <a:lvl1pPr>
              <a:lnSpc>
                <a:spcPct val="120000"/>
              </a:lnSpc>
              <a:defRPr sz="2400" b="1">
                <a:gradFill>
                  <a:gsLst>
                    <a:gs pos="0">
                      <a:schemeClr val="accent5"/>
                    </a:gs>
                    <a:gs pos="90000">
                      <a:schemeClr val="accent2"/>
                    </a:gs>
                  </a:gsLst>
                  <a:lin ang="9600000" scaled="0"/>
                </a:gra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499616" y="1795462"/>
            <a:ext cx="9198864" cy="2871216"/>
          </a:xfrm>
        </p:spPr>
        <p:txBody>
          <a:bodyPr anchor="ctr">
            <a:normAutofit/>
          </a:bodyPr>
          <a:lstStyle>
            <a:lvl1pPr marL="137160" indent="-137160">
              <a:lnSpc>
                <a:spcPct val="100000"/>
              </a:lnSpc>
              <a:buNone/>
              <a:defRPr sz="4400"/>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11/5/2025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5287869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D93FB6C-5982-EAFA-94FA-F06EABA0EC3A}"/>
              </a:ext>
            </a:extLst>
          </p:cNvPr>
          <p:cNvSpPr/>
          <p:nvPr/>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48F732B-25DE-1819-DB0A-266B26703011}"/>
              </a:ext>
            </a:extLst>
          </p:cNvPr>
          <p:cNvGrpSpPr/>
          <p:nvPr/>
        </p:nvGrpSpPr>
        <p:grpSpPr>
          <a:xfrm>
            <a:off x="807326" y="778051"/>
            <a:ext cx="10577346" cy="5314435"/>
            <a:chOff x="807326" y="778051"/>
            <a:chExt cx="10577346" cy="5314435"/>
          </a:xfrm>
        </p:grpSpPr>
        <p:sp>
          <p:nvSpPr>
            <p:cNvPr id="9" name="Rectangle 8">
              <a:extLst>
                <a:ext uri="{FF2B5EF4-FFF2-40B4-BE49-F238E27FC236}">
                  <a16:creationId xmlns:a16="http://schemas.microsoft.com/office/drawing/2014/main" id="{70BBD41E-DAB9-A564-3A2B-295B7AE87C42}"/>
                </a:ext>
              </a:extLst>
            </p:cNvPr>
            <p:cNvSpPr/>
            <p:nvPr/>
          </p:nvSpPr>
          <p:spPr>
            <a:xfrm rot="5400000" flipH="1">
              <a:off x="3438786" y="-1853401"/>
              <a:ext cx="5314432" cy="10577340"/>
            </a:xfrm>
            <a:prstGeom prst="rect">
              <a:avLst/>
            </a:prstGeom>
            <a:gradFill>
              <a:gsLst>
                <a:gs pos="0">
                  <a:schemeClr val="accent2">
                    <a:alpha val="78000"/>
                  </a:schemeClr>
                </a:gs>
                <a:gs pos="93000">
                  <a:schemeClr val="accent5">
                    <a:alpha val="8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B54A4391-9FDD-C033-0A4D-647A73420405}"/>
                </a:ext>
              </a:extLst>
            </p:cNvPr>
            <p:cNvSpPr/>
            <p:nvPr/>
          </p:nvSpPr>
          <p:spPr>
            <a:xfrm rot="16200000" flipH="1">
              <a:off x="3445177" y="-1846407"/>
              <a:ext cx="5314435" cy="10563352"/>
            </a:xfrm>
            <a:prstGeom prst="rect">
              <a:avLst/>
            </a:prstGeom>
            <a:gradFill flip="none" rotWithShape="1">
              <a:gsLst>
                <a:gs pos="0">
                  <a:schemeClr val="accent5">
                    <a:alpha val="79000"/>
                  </a:schemeClr>
                </a:gs>
                <a:gs pos="32000">
                  <a:schemeClr val="accent5">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Rectangle 10">
              <a:extLst>
                <a:ext uri="{FF2B5EF4-FFF2-40B4-BE49-F238E27FC236}">
                  <a16:creationId xmlns:a16="http://schemas.microsoft.com/office/drawing/2014/main" id="{0290101F-E74A-5C0F-8CC5-E0B5E3DC0E24}"/>
                </a:ext>
              </a:extLst>
            </p:cNvPr>
            <p:cNvSpPr/>
            <p:nvPr/>
          </p:nvSpPr>
          <p:spPr>
            <a:xfrm rot="10800000">
              <a:off x="807326" y="778051"/>
              <a:ext cx="3333441" cy="5308369"/>
            </a:xfrm>
            <a:prstGeom prst="rect">
              <a:avLst/>
            </a:prstGeom>
            <a:gradFill>
              <a:gsLst>
                <a:gs pos="0">
                  <a:schemeClr val="accent5">
                    <a:lumMod val="75000"/>
                  </a:schemeClr>
                </a:gs>
                <a:gs pos="48000">
                  <a:schemeClr val="accent5">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338E2756-2591-1046-1B67-C9DEEDDCB82E}"/>
                </a:ext>
                <a:ext uri="{C183D7F6-B498-43B3-948B-1728B52AA6E4}">
                  <adec:decorative xmlns:adec="http://schemas.microsoft.com/office/drawing/2017/decorative" val="1"/>
                </a:ext>
              </a:extLst>
            </p:cNvPr>
            <p:cNvSpPr/>
            <p:nvPr/>
          </p:nvSpPr>
          <p:spPr>
            <a:xfrm rot="5400000" flipH="1">
              <a:off x="4205050" y="-1083744"/>
              <a:ext cx="4078718" cy="10273742"/>
            </a:xfrm>
            <a:prstGeom prst="rect">
              <a:avLst/>
            </a:prstGeom>
            <a:gradFill flip="none" rotWithShape="1">
              <a:gsLst>
                <a:gs pos="2000">
                  <a:schemeClr val="accent5">
                    <a:lumMod val="60000"/>
                    <a:lumOff val="40000"/>
                    <a:alpha val="68000"/>
                  </a:schemeClr>
                </a:gs>
                <a:gs pos="26000">
                  <a:schemeClr val="accent5">
                    <a:lumMod val="60000"/>
                    <a:lumOff val="40000"/>
                    <a:alpha val="0"/>
                  </a:schemeClr>
                </a:gs>
              </a:gsLst>
              <a:lin ang="18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801368" y="5120640"/>
            <a:ext cx="8549640" cy="621792"/>
          </a:xfrm>
        </p:spPr>
        <p:txBody>
          <a:bodyPr anchor="ctr">
            <a:normAutofit/>
          </a:bodyPr>
          <a:lstStyle>
            <a:lvl1pPr>
              <a:lnSpc>
                <a:spcPct val="120000"/>
              </a:lnSpc>
              <a:defRPr sz="1800" b="1">
                <a:solidFill>
                  <a:schemeClr val="tx1"/>
                </a:soli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655064" y="1965960"/>
            <a:ext cx="8695944" cy="2331720"/>
          </a:xfrm>
        </p:spPr>
        <p:txBody>
          <a:bodyPr anchor="ctr">
            <a:normAutofit/>
          </a:bodyPr>
          <a:lstStyle>
            <a:lvl1pPr marL="137160" indent="-137160">
              <a:lnSpc>
                <a:spcPct val="100000"/>
              </a:lnSpc>
              <a:buNone/>
              <a:defRPr sz="3800">
                <a:solidFill>
                  <a:schemeClr val="tx1"/>
                </a:solidFill>
                <a:latin typeface="+mn-lt"/>
              </a:defRPr>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lvl1pPr>
              <a:defRPr>
                <a:solidFill>
                  <a:schemeClr val="bg1"/>
                </a:solidFill>
              </a:defRPr>
            </a:lvl1pPr>
          </a:lstStyle>
          <a:p>
            <a:fld id="{3AEEF7F6-ECFE-4473-B3E9-C91BE833927A}" type="datetimeFigureOut">
              <a:rPr lang="en-US" smtClean="0"/>
              <a:t>11/5/2025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lvl1pPr>
              <a:defRPr>
                <a:solidFill>
                  <a:schemeClr val="bg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4021491193"/>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93D49479-B594-DDBA-C16A-3A98635C8A4A}"/>
              </a:ext>
              <a:ext uri="{C183D7F6-B498-43B3-948B-1728B52AA6E4}">
                <adec:decorative xmlns:adec="http://schemas.microsoft.com/office/drawing/2017/decorative" val="1"/>
              </a:ext>
            </a:extLst>
          </p:cNvPr>
          <p:cNvGrpSpPr/>
          <p:nvPr/>
        </p:nvGrpSpPr>
        <p:grpSpPr>
          <a:xfrm>
            <a:off x="12068638" y="0"/>
            <a:ext cx="123362" cy="6858000"/>
            <a:chOff x="12068638" y="0"/>
            <a:chExt cx="123362" cy="6858000"/>
          </a:xfrm>
        </p:grpSpPr>
        <p:sp>
          <p:nvSpPr>
            <p:cNvPr id="14" name="Rectangle 13">
              <a:extLst>
                <a:ext uri="{FF2B5EF4-FFF2-40B4-BE49-F238E27FC236}">
                  <a16:creationId xmlns:a16="http://schemas.microsoft.com/office/drawing/2014/main" id="{0E065CA7-C91C-8C4F-CD30-E6DB950A620B}"/>
                </a:ext>
              </a:extLst>
            </p:cNvPr>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DCDB482-1274-EA4E-11EA-FDB308F1540E}"/>
                </a:ext>
              </a:extLst>
            </p:cNvPr>
            <p:cNvSpPr/>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8FAEF3D1-EB50-234E-F0C0-5C4E6FB69937}"/>
              </a:ext>
              <a:ext uri="{C183D7F6-B498-43B3-948B-1728B52AA6E4}">
                <adec:decorative xmlns:adec="http://schemas.microsoft.com/office/drawing/2017/decorative" val="1"/>
              </a:ext>
            </a:extLst>
          </p:cNvPr>
          <p:cNvGrpSpPr/>
          <p:nvPr/>
        </p:nvGrpSpPr>
        <p:grpSpPr>
          <a:xfrm rot="10800000">
            <a:off x="-1091" y="0"/>
            <a:ext cx="12188952" cy="123363"/>
            <a:chOff x="-5025" y="6737718"/>
            <a:chExt cx="12207200" cy="123363"/>
          </a:xfrm>
        </p:grpSpPr>
        <p:sp>
          <p:nvSpPr>
            <p:cNvPr id="17" name="Rectangle 16">
              <a:extLst>
                <a:ext uri="{FF2B5EF4-FFF2-40B4-BE49-F238E27FC236}">
                  <a16:creationId xmlns:a16="http://schemas.microsoft.com/office/drawing/2014/main" id="{5B35CE4F-16F9-575C-78CA-4F076F0C3D1F}"/>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D59711A-5559-82B6-B156-35D79618FF56}"/>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DDF72D5-B6AC-3F01-D0B7-E4B24906CCFA}"/>
              </a:ext>
            </a:extLst>
          </p:cNvPr>
          <p:cNvSpPr>
            <a:spLocks noGrp="1"/>
          </p:cNvSpPr>
          <p:nvPr>
            <p:ph type="title" hasCustomPrompt="1"/>
          </p:nvPr>
        </p:nvSpPr>
        <p:spPr>
          <a:xfrm>
            <a:off x="1379836" y="5192776"/>
            <a:ext cx="8494776" cy="621792"/>
          </a:xfrm>
        </p:spPr>
        <p:txBody>
          <a:bodyPr anchor="ctr">
            <a:normAutofit/>
          </a:bodyPr>
          <a:lstStyle>
            <a:lvl1pPr>
              <a:lnSpc>
                <a:spcPct val="120000"/>
              </a:lnSpc>
              <a:defRPr sz="1800" b="1">
                <a:gradFill>
                  <a:gsLst>
                    <a:gs pos="0">
                      <a:schemeClr val="accent2"/>
                    </a:gs>
                    <a:gs pos="90000">
                      <a:schemeClr val="accent5"/>
                    </a:gs>
                  </a:gsLst>
                  <a:lin ang="9600000" scaled="0"/>
                </a:gradFill>
              </a:defRPr>
            </a:lvl1pPr>
          </a:lstStyle>
          <a:p>
            <a:r>
              <a:rPr lang="en-US" dirty="0"/>
              <a:t>Quote Author</a:t>
            </a:r>
          </a:p>
        </p:txBody>
      </p:sp>
      <p:sp>
        <p:nvSpPr>
          <p:cNvPr id="7" name="Content Placeholder 6">
            <a:extLst>
              <a:ext uri="{FF2B5EF4-FFF2-40B4-BE49-F238E27FC236}">
                <a16:creationId xmlns:a16="http://schemas.microsoft.com/office/drawing/2014/main" id="{20A93000-1238-849C-EADD-03910EE27D69}"/>
              </a:ext>
            </a:extLst>
          </p:cNvPr>
          <p:cNvSpPr>
            <a:spLocks noGrp="1"/>
          </p:cNvSpPr>
          <p:nvPr>
            <p:ph sz="quarter" idx="13" hasCustomPrompt="1"/>
          </p:nvPr>
        </p:nvSpPr>
        <p:spPr>
          <a:xfrm>
            <a:off x="1233532" y="1792224"/>
            <a:ext cx="8641080" cy="2871216"/>
          </a:xfrm>
        </p:spPr>
        <p:txBody>
          <a:bodyPr anchor="ctr">
            <a:normAutofit/>
          </a:bodyPr>
          <a:lstStyle>
            <a:lvl1pPr marL="137160" indent="-137160">
              <a:lnSpc>
                <a:spcPct val="100000"/>
              </a:lnSpc>
              <a:buNone/>
              <a:defRPr sz="3600">
                <a:gradFill>
                  <a:gsLst>
                    <a:gs pos="0">
                      <a:schemeClr val="accent2"/>
                    </a:gs>
                    <a:gs pos="90000">
                      <a:schemeClr val="accent5"/>
                    </a:gs>
                  </a:gsLst>
                  <a:lin ang="9600000" scaled="0"/>
                </a:gradFill>
              </a:defRPr>
            </a:lvl1pPr>
          </a:lstStyle>
          <a:p>
            <a:pPr lvl="0"/>
            <a:r>
              <a:rPr lang="en-US" dirty="0"/>
              <a:t>Click to edit Quote</a:t>
            </a:r>
          </a:p>
        </p:txBody>
      </p:sp>
      <p:sp>
        <p:nvSpPr>
          <p:cNvPr id="3" name="Footer Placeholder 2">
            <a:extLst>
              <a:ext uri="{FF2B5EF4-FFF2-40B4-BE49-F238E27FC236}">
                <a16:creationId xmlns:a16="http://schemas.microsoft.com/office/drawing/2014/main" id="{B26C0B63-D720-7E4B-EF47-C094EDA300AC}"/>
              </a:ext>
            </a:extLst>
          </p:cNvPr>
          <p:cNvSpPr>
            <a:spLocks noGrp="1"/>
          </p:cNvSpPr>
          <p:nvPr>
            <p:ph type="ftr" sz="quarter" idx="10"/>
          </p:nvPr>
        </p:nvSpPr>
        <p:spPr/>
        <p:txBody>
          <a:bodyPr/>
          <a:lstStyle/>
          <a:p>
            <a:endParaRPr lang="en-US"/>
          </a:p>
        </p:txBody>
      </p:sp>
      <p:sp>
        <p:nvSpPr>
          <p:cNvPr id="4" name="Date Placeholder 3">
            <a:extLst>
              <a:ext uri="{FF2B5EF4-FFF2-40B4-BE49-F238E27FC236}">
                <a16:creationId xmlns:a16="http://schemas.microsoft.com/office/drawing/2014/main" id="{B3091BBB-CF16-BAC6-4881-2B122B945B8A}"/>
              </a:ext>
            </a:extLst>
          </p:cNvPr>
          <p:cNvSpPr>
            <a:spLocks noGrp="1"/>
          </p:cNvSpPr>
          <p:nvPr>
            <p:ph type="dt" sz="half" idx="11"/>
          </p:nvPr>
        </p:nvSpPr>
        <p:spPr/>
        <p:txBody>
          <a:bodyPr/>
          <a:lstStyle/>
          <a:p>
            <a:fld id="{3AEEF7F6-ECFE-4473-B3E9-C91BE833927A}" type="datetimeFigureOut">
              <a:rPr lang="en-US" smtClean="0"/>
              <a:t>11/5/2025</a:t>
            </a:fld>
            <a:endParaRPr lang="en-US"/>
          </a:p>
        </p:txBody>
      </p:sp>
      <p:sp>
        <p:nvSpPr>
          <p:cNvPr id="5" name="Slide Number Placeholder 4">
            <a:extLst>
              <a:ext uri="{FF2B5EF4-FFF2-40B4-BE49-F238E27FC236}">
                <a16:creationId xmlns:a16="http://schemas.microsoft.com/office/drawing/2014/main" id="{318C42D5-A475-3C08-9471-C59B3A49C848}"/>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89209120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0B646A9-91B4-D2CF-8B72-68E668219C00}"/>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02920"/>
            <a:ext cx="10954512" cy="1197864"/>
          </a:xfrm>
        </p:spPr>
        <p:txBody>
          <a:bodyPr/>
          <a:lstStyle>
            <a:lvl1pPr>
              <a:defRPr>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D004E38F-46D8-838A-C636-0958E5B36CB4}"/>
              </a:ext>
            </a:extLst>
          </p:cNvPr>
          <p:cNvSpPr>
            <a:spLocks noGrp="1"/>
          </p:cNvSpPr>
          <p:nvPr>
            <p:ph sz="quarter" idx="18"/>
          </p:nvPr>
        </p:nvSpPr>
        <p:spPr>
          <a:xfrm>
            <a:off x="612775" y="2313433"/>
            <a:ext cx="5165725" cy="4000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E8F84C8F-5A53-198D-2CB3-A78F006C4D20}"/>
              </a:ext>
            </a:extLst>
          </p:cNvPr>
          <p:cNvSpPr>
            <a:spLocks noGrp="1"/>
          </p:cNvSpPr>
          <p:nvPr>
            <p:ph sz="quarter" idx="19"/>
          </p:nvPr>
        </p:nvSpPr>
        <p:spPr>
          <a:xfrm>
            <a:off x="6400800" y="2313430"/>
            <a:ext cx="5165725" cy="40000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3AEEF7F6-ECFE-4473-B3E9-C91BE833927A}" type="datetimeFigureOut">
              <a:rPr lang="en-US" smtClean="0"/>
              <a:t>11/5/2025</a:t>
            </a:fld>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98131854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704A21-3725-4536-B210-EAED58DE1544}"/>
              </a:ext>
            </a:extLst>
          </p:cNvPr>
          <p:cNvSpPr/>
          <p:nvPr/>
        </p:nvSpPr>
        <p:spPr>
          <a:xfrm rot="5400000" flipH="1">
            <a:off x="5175902" y="-5175894"/>
            <a:ext cx="1855397" cy="12207199"/>
          </a:xfrm>
          <a:prstGeom prst="rect">
            <a:avLst/>
          </a:prstGeom>
          <a:gradFill>
            <a:gsLst>
              <a:gs pos="0">
                <a:schemeClr val="accent5"/>
              </a:gs>
              <a:gs pos="90000">
                <a:schemeClr val="accent2"/>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12648" y="502920"/>
            <a:ext cx="10953750" cy="1197864"/>
          </a:xfrm>
        </p:spPr>
        <p:txBody>
          <a:bodyPr/>
          <a:lstStyle>
            <a:lvl1pPr>
              <a:defRPr>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12648" y="2198999"/>
            <a:ext cx="5166360" cy="484632"/>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Content Placeholder 8">
            <a:extLst>
              <a:ext uri="{FF2B5EF4-FFF2-40B4-BE49-F238E27FC236}">
                <a16:creationId xmlns:a16="http://schemas.microsoft.com/office/drawing/2014/main" id="{1D708347-B003-2458-75EC-D8317FBF028C}"/>
              </a:ext>
            </a:extLst>
          </p:cNvPr>
          <p:cNvSpPr>
            <a:spLocks noGrp="1"/>
          </p:cNvSpPr>
          <p:nvPr>
            <p:ph sz="quarter" idx="18"/>
          </p:nvPr>
        </p:nvSpPr>
        <p:spPr>
          <a:xfrm>
            <a:off x="612775" y="2794000"/>
            <a:ext cx="5165725"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00800" y="2198999"/>
            <a:ext cx="5166360" cy="484633"/>
          </a:xfrm>
        </p:spPr>
        <p:txBody>
          <a:bodyPr anchor="b">
            <a:normAutofit/>
          </a:bodyPr>
          <a:lstStyle>
            <a:lvl1pPr marL="0" indent="0">
              <a:lnSpc>
                <a:spcPct val="90000"/>
              </a:lnSpc>
              <a:buNone/>
              <a:defRPr sz="24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6F3E993C-0A55-1F54-C280-76AF30E5377A}"/>
              </a:ext>
            </a:extLst>
          </p:cNvPr>
          <p:cNvSpPr>
            <a:spLocks noGrp="1"/>
          </p:cNvSpPr>
          <p:nvPr>
            <p:ph sz="quarter" idx="19"/>
          </p:nvPr>
        </p:nvSpPr>
        <p:spPr>
          <a:xfrm>
            <a:off x="6400800" y="2794000"/>
            <a:ext cx="5166360" cy="3524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80669AB3-1083-59C6-B9F8-A35C0D406617}"/>
              </a:ext>
            </a:extLst>
          </p:cNvPr>
          <p:cNvSpPr>
            <a:spLocks noGrp="1"/>
          </p:cNvSpPr>
          <p:nvPr>
            <p:ph type="ftr" sz="quarter" idx="16"/>
          </p:nvPr>
        </p:nvSpPr>
        <p:spPr/>
        <p:txBody>
          <a:bodyPr/>
          <a:lstStyle/>
          <a:p>
            <a:endParaRPr lang="en-US"/>
          </a:p>
        </p:txBody>
      </p:sp>
      <p:sp>
        <p:nvSpPr>
          <p:cNvPr id="4" name="Date Placeholder 3">
            <a:extLst>
              <a:ext uri="{FF2B5EF4-FFF2-40B4-BE49-F238E27FC236}">
                <a16:creationId xmlns:a16="http://schemas.microsoft.com/office/drawing/2014/main" id="{88D0645D-C128-9FF0-2E8B-D2E3E34687DA}"/>
              </a:ext>
            </a:extLst>
          </p:cNvPr>
          <p:cNvSpPr>
            <a:spLocks noGrp="1"/>
          </p:cNvSpPr>
          <p:nvPr>
            <p:ph type="dt" sz="half" idx="15"/>
          </p:nvPr>
        </p:nvSpPr>
        <p:spPr/>
        <p:txBody>
          <a:bodyPr/>
          <a:lstStyle/>
          <a:p>
            <a:fld id="{3AEEF7F6-ECFE-4473-B3E9-C91BE833927A}" type="datetimeFigureOut">
              <a:rPr lang="en-US" smtClean="0"/>
              <a:t>11/5/2025</a:t>
            </a:fld>
            <a:endParaRPr lang="en-US"/>
          </a:p>
        </p:txBody>
      </p:sp>
      <p:sp>
        <p:nvSpPr>
          <p:cNvPr id="10" name="Slide Number Placeholder 9">
            <a:extLst>
              <a:ext uri="{FF2B5EF4-FFF2-40B4-BE49-F238E27FC236}">
                <a16:creationId xmlns:a16="http://schemas.microsoft.com/office/drawing/2014/main" id="{CC6DDA88-C058-DDD5-F19B-8B5E7B86C68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282937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nchor="t"/>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3AEEF7F6-ECFE-4473-B3E9-C91BE833927A}" type="datetimeFigureOut">
              <a:rPr lang="en-US" smtClean="0"/>
              <a:t>11/5/2025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403583314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3AEEF7F6-ECFE-4473-B3E9-C91BE833927A}" type="datetimeFigureOut">
              <a:rPr lang="en-US" smtClean="0"/>
              <a:t>11/5/2025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3331772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6BE0305-2234-39DE-EC35-B6881018EC31}"/>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12" name="Rectangle 11">
              <a:extLst>
                <a:ext uri="{FF2B5EF4-FFF2-40B4-BE49-F238E27FC236}">
                  <a16:creationId xmlns:a16="http://schemas.microsoft.com/office/drawing/2014/main" id="{BEBF17BE-BA15-771A-79F4-91B4C5C752FB}"/>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79ADE0D-3A86-F364-6B2A-F373A75E29AE}"/>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502920"/>
            <a:ext cx="3595634" cy="180820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311121"/>
            <a:ext cx="3309608"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283299" y="502920"/>
            <a:ext cx="6283861" cy="580326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3AEEF7F6-ECFE-4473-B3E9-C91BE833927A}" type="datetimeFigureOut">
              <a:rPr lang="en-US" smtClean="0"/>
              <a:t>11/5/2025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89401386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D02923E9-478C-95DE-C678-A683A36F5388}"/>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21" name="Rectangle 20">
              <a:extLst>
                <a:ext uri="{FF2B5EF4-FFF2-40B4-BE49-F238E27FC236}">
                  <a16:creationId xmlns:a16="http://schemas.microsoft.com/office/drawing/2014/main" id="{43DD8A0F-EB40-1201-2A23-685958AC5DF6}"/>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B912E4F-3FBB-39E4-2EA2-BA0D8858A74D}"/>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02920"/>
            <a:ext cx="3713996" cy="224720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4" name="Footer Placeholder 23">
            <a:extLst>
              <a:ext uri="{FF2B5EF4-FFF2-40B4-BE49-F238E27FC236}">
                <a16:creationId xmlns:a16="http://schemas.microsoft.com/office/drawing/2014/main" id="{861F92C4-9651-789C-0B22-E6343EE25C7A}"/>
              </a:ext>
            </a:extLst>
          </p:cNvPr>
          <p:cNvSpPr>
            <a:spLocks noGrp="1"/>
          </p:cNvSpPr>
          <p:nvPr>
            <p:ph type="ftr" sz="quarter" idx="15"/>
          </p:nvPr>
        </p:nvSpPr>
        <p:spPr/>
        <p:txBody>
          <a:bodyPr/>
          <a:lstStyle/>
          <a:p>
            <a:endParaRPr lang="en-US"/>
          </a:p>
        </p:txBody>
      </p:sp>
      <p:sp>
        <p:nvSpPr>
          <p:cNvPr id="8" name="Picture Placeholder 7">
            <a:extLst>
              <a:ext uri="{FF2B5EF4-FFF2-40B4-BE49-F238E27FC236}">
                <a16:creationId xmlns:a16="http://schemas.microsoft.com/office/drawing/2014/main" id="{6CCD178F-4127-FE67-2F5D-0F1CE7884398}"/>
              </a:ext>
            </a:extLst>
          </p:cNvPr>
          <p:cNvSpPr>
            <a:spLocks noGrp="1"/>
          </p:cNvSpPr>
          <p:nvPr>
            <p:ph type="pic" sz="quarter" idx="13" hasCustomPrompt="1"/>
          </p:nvPr>
        </p:nvSpPr>
        <p:spPr>
          <a:xfrm>
            <a:off x="5153978" y="342016"/>
            <a:ext cx="6413182" cy="5976487"/>
          </a:xfrm>
          <a:blipFill dpi="0" rotWithShape="1">
            <a:blip r:embed="rId2">
              <a:alphaModFix amt="70000"/>
            </a:blip>
            <a:srcRect/>
            <a:stretch>
              <a:fillRect/>
            </a:stretch>
          </a:blipFill>
        </p:spPr>
        <p:txBody>
          <a:bodyPr/>
          <a:lstStyle>
            <a:lvl1pPr marL="0" indent="0">
              <a:buNone/>
              <a:defRPr/>
            </a:lvl1pPr>
          </a:lstStyle>
          <a:p>
            <a:r>
              <a:rPr lang="en-US" dirty="0"/>
              <a:t> </a:t>
            </a:r>
          </a:p>
        </p:txBody>
      </p:sp>
      <p:sp>
        <p:nvSpPr>
          <p:cNvPr id="23" name="Date Placeholder 22">
            <a:extLst>
              <a:ext uri="{FF2B5EF4-FFF2-40B4-BE49-F238E27FC236}">
                <a16:creationId xmlns:a16="http://schemas.microsoft.com/office/drawing/2014/main" id="{8ACB14E1-4D3B-B55C-4791-64F774AC361F}"/>
              </a:ext>
            </a:extLst>
          </p:cNvPr>
          <p:cNvSpPr>
            <a:spLocks noGrp="1"/>
          </p:cNvSpPr>
          <p:nvPr>
            <p:ph type="dt" sz="half" idx="14"/>
          </p:nvPr>
        </p:nvSpPr>
        <p:spPr/>
        <p:txBody>
          <a:bodyPr/>
          <a:lstStyle/>
          <a:p>
            <a:fld id="{3AEEF7F6-ECFE-4473-B3E9-C91BE833927A}" type="datetimeFigureOut">
              <a:rPr lang="en-US" smtClean="0"/>
              <a:t>11/5/2025</a:t>
            </a:fld>
            <a:endParaRPr lang="en-US"/>
          </a:p>
        </p:txBody>
      </p:sp>
      <p:sp>
        <p:nvSpPr>
          <p:cNvPr id="25" name="Slide Number Placeholder 24">
            <a:extLst>
              <a:ext uri="{FF2B5EF4-FFF2-40B4-BE49-F238E27FC236}">
                <a16:creationId xmlns:a16="http://schemas.microsoft.com/office/drawing/2014/main" id="{E55DAD34-8521-F119-F985-ABFBDD340032}"/>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364965423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0AE463B-60C7-F01E-97F6-1486FB41D222}"/>
              </a:ext>
              <a:ext uri="{C183D7F6-B498-43B3-948B-1728B52AA6E4}">
                <adec:decorative xmlns:adec="http://schemas.microsoft.com/office/drawing/2017/decorative" val="1"/>
              </a:ext>
            </a:extLst>
          </p:cNvPr>
          <p:cNvGrpSpPr/>
          <p:nvPr/>
        </p:nvGrpSpPr>
        <p:grpSpPr>
          <a:xfrm rot="10800000">
            <a:off x="0" y="6743026"/>
            <a:ext cx="12207200" cy="123363"/>
            <a:chOff x="-5025" y="6737718"/>
            <a:chExt cx="12207200" cy="123363"/>
          </a:xfrm>
        </p:grpSpPr>
        <p:sp>
          <p:nvSpPr>
            <p:cNvPr id="7" name="Rectangle 6">
              <a:extLst>
                <a:ext uri="{FF2B5EF4-FFF2-40B4-BE49-F238E27FC236}">
                  <a16:creationId xmlns:a16="http://schemas.microsoft.com/office/drawing/2014/main" id="{EF94E48A-D751-8593-5D71-0683866A2404}"/>
                </a:ext>
              </a:extLst>
            </p:cNvPr>
            <p:cNvSpPr/>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55092F9-8C9B-4865-CB0E-EFD550A28ED3}"/>
                </a:ext>
              </a:extLst>
            </p:cNvPr>
            <p:cNvSpPr/>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40080"/>
            <a:ext cx="10890373" cy="1463040"/>
          </a:xfrm>
        </p:spPr>
        <p:txBody>
          <a:bodyPr anchor="t">
            <a:normAutofit/>
          </a:bodyPr>
          <a:lstStyle>
            <a:lvl1pPr>
              <a:defRPr sz="6000">
                <a:gradFill>
                  <a:gsLst>
                    <a:gs pos="0">
                      <a:schemeClr val="accent2"/>
                    </a:gs>
                    <a:gs pos="100000">
                      <a:schemeClr val="accent5"/>
                    </a:gs>
                  </a:gsLst>
                  <a:lin ang="4200000" scaled="0"/>
                </a:gra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648" y="3483864"/>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3AEEF7F6-ECFE-4473-B3E9-C91BE833927A}" type="datetimeFigureOut">
              <a:rPr lang="en-US" smtClean="0"/>
              <a:t>11/5/2025</a:t>
            </a:fld>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2409133390"/>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1627318"/>
            <a:ext cx="8430768" cy="1842020"/>
          </a:xfrm>
        </p:spPr>
        <p:txBody>
          <a:bodyPr anchor="b">
            <a:normAutofit/>
          </a:bodyPr>
          <a:lstStyle>
            <a:lvl1pPr>
              <a:defRPr sz="6000">
                <a:gradFill>
                  <a:gsLst>
                    <a:gs pos="0">
                      <a:schemeClr val="accent2"/>
                    </a:gs>
                    <a:gs pos="100000">
                      <a:schemeClr val="accent5"/>
                    </a:gs>
                  </a:gsLst>
                  <a:lin ang="4200000" scaled="0"/>
                </a:gra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648" y="3622673"/>
            <a:ext cx="8430768" cy="1609344"/>
          </a:xfrm>
        </p:spPr>
        <p:txBody>
          <a:bodyPr vert="horz" lIns="91440" tIns="45720" rIns="91440" bIns="45720" rtlCol="0">
            <a:normAutofit/>
          </a:bodyPr>
          <a:lstStyle>
            <a:lvl1pPr marL="0" indent="0">
              <a:buNone/>
              <a:defRPr lang="en-US" sz="22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3AEEF7F6-ECFE-4473-B3E9-C91BE833927A}" type="datetimeFigureOut">
              <a:rPr lang="en-US" smtClean="0"/>
              <a:t>11/5/2025</a:t>
            </a:fld>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5DAD859A-2C66-45B9-9A71-3CF205EC2D4A}" type="slidenum">
              <a:rPr lang="en-US" smtClean="0"/>
              <a:t>‹#›</a:t>
            </a:fld>
            <a:endParaRPr lang="en-US"/>
          </a:p>
        </p:txBody>
      </p:sp>
    </p:spTree>
    <p:extLst>
      <p:ext uri="{BB962C8B-B14F-4D97-AF65-F5344CB8AC3E}">
        <p14:creationId xmlns:p14="http://schemas.microsoft.com/office/powerpoint/2010/main" val="187636583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02920"/>
            <a:ext cx="10954512" cy="119786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8" y="1801368"/>
            <a:ext cx="10954512" cy="44805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8" y="6318504"/>
            <a:ext cx="4096512" cy="365760"/>
          </a:xfrm>
          <a:prstGeom prst="rect">
            <a:avLst/>
          </a:prstGeom>
        </p:spPr>
        <p:txBody>
          <a:bodyPr vert="horz" lIns="91440" tIns="45720" rIns="91440" bIns="45720" rtlCol="0" anchor="ctr"/>
          <a:lstStyle>
            <a:lvl1pPr algn="l">
              <a:defRPr sz="85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430768" y="6318504"/>
            <a:ext cx="3136392" cy="365760"/>
          </a:xfrm>
          <a:prstGeom prst="rect">
            <a:avLst/>
          </a:prstGeom>
        </p:spPr>
        <p:txBody>
          <a:bodyPr vert="horz" lIns="91440" tIns="45720" rIns="91440" bIns="45720" rtlCol="0" anchor="ctr"/>
          <a:lstStyle>
            <a:lvl1pPr algn="r">
              <a:defRPr sz="850">
                <a:solidFill>
                  <a:schemeClr val="tx1"/>
                </a:solidFill>
              </a:defRPr>
            </a:lvl1pPr>
          </a:lstStyle>
          <a:p>
            <a:fld id="{3AEEF7F6-ECFE-4473-B3E9-C91BE833927A}" type="datetimeFigureOut">
              <a:rPr lang="en-US" smtClean="0"/>
              <a:t>11/5/2025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484864" y="6318504"/>
            <a:ext cx="493776" cy="365760"/>
          </a:xfrm>
          <a:prstGeom prst="rect">
            <a:avLst/>
          </a:prstGeom>
        </p:spPr>
        <p:txBody>
          <a:bodyPr vert="horz" lIns="91440" tIns="45720" rIns="91440" bIns="45720" rtlCol="0" anchor="ctr"/>
          <a:lstStyle>
            <a:lvl1pPr algn="r">
              <a:defRPr sz="850">
                <a:solidFill>
                  <a:schemeClr val="tx1"/>
                </a:solidFill>
              </a:defRPr>
            </a:lvl1pPr>
          </a:lstStyle>
          <a:p>
            <a:fld id="{5DAD859A-2C66-45B9-9A71-3CF205EC2D4A}" type="slidenum">
              <a:rPr lang="en-US" smtClean="0"/>
              <a:t>‹#›</a:t>
            </a:fld>
            <a:endParaRPr lang="en-US"/>
          </a:p>
        </p:txBody>
      </p:sp>
    </p:spTree>
    <p:extLst>
      <p:ext uri="{BB962C8B-B14F-4D97-AF65-F5344CB8AC3E}">
        <p14:creationId xmlns:p14="http://schemas.microsoft.com/office/powerpoint/2010/main" val="24571664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Lst>
  <p:txStyles>
    <p:titleStyle>
      <a:lvl1pPr algn="l" defTabSz="914400" rtl="0" eaLnBrk="1" latinLnBrk="0" hangingPunct="1">
        <a:lnSpc>
          <a:spcPct val="90000"/>
        </a:lnSpc>
        <a:spcBef>
          <a:spcPct val="0"/>
        </a:spcBef>
        <a:buNone/>
        <a:defRPr sz="28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5AED4-C8CA-0117-E47A-E83C66035042}"/>
              </a:ext>
            </a:extLst>
          </p:cNvPr>
          <p:cNvSpPr>
            <a:spLocks noGrp="1"/>
          </p:cNvSpPr>
          <p:nvPr>
            <p:ph type="ctrTitle"/>
          </p:nvPr>
        </p:nvSpPr>
        <p:spPr>
          <a:xfrm>
            <a:off x="612648" y="429768"/>
            <a:ext cx="9336024" cy="3776472"/>
          </a:xfrm>
        </p:spPr>
        <p:txBody>
          <a:bodyPr anchor="t">
            <a:normAutofit/>
          </a:bodyPr>
          <a:lstStyle/>
          <a:p>
            <a:r>
              <a:rPr lang="en-US"/>
              <a:t>MuleSoft Integration Architecture and API-led Connectivity</a:t>
            </a:r>
          </a:p>
        </p:txBody>
      </p:sp>
      <p:sp>
        <p:nvSpPr>
          <p:cNvPr id="3" name="Subtitle 2">
            <a:extLst>
              <a:ext uri="{FF2B5EF4-FFF2-40B4-BE49-F238E27FC236}">
                <a16:creationId xmlns:a16="http://schemas.microsoft.com/office/drawing/2014/main" id="{2A22FD11-4CDF-2CFF-36C1-76EB9C546231}"/>
              </a:ext>
            </a:extLst>
          </p:cNvPr>
          <p:cNvSpPr>
            <a:spLocks noGrp="1"/>
          </p:cNvSpPr>
          <p:nvPr>
            <p:ph type="subTitle" idx="1"/>
          </p:nvPr>
        </p:nvSpPr>
        <p:spPr>
          <a:xfrm>
            <a:off x="612648" y="4663440"/>
            <a:ext cx="6903720" cy="1344168"/>
          </a:xfrm>
        </p:spPr>
        <p:txBody>
          <a:bodyPr anchor="ctr">
            <a:normAutofit/>
          </a:bodyPr>
          <a:lstStyle/>
          <a:p>
            <a:r>
              <a:rPr lang="en-US"/>
              <a:t>Enabling seamless connection through modern integration strategies</a:t>
            </a:r>
          </a:p>
        </p:txBody>
      </p:sp>
    </p:spTree>
    <p:extLst>
      <p:ext uri="{BB962C8B-B14F-4D97-AF65-F5344CB8AC3E}">
        <p14:creationId xmlns:p14="http://schemas.microsoft.com/office/powerpoint/2010/main" val="300545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D8151-CADD-E9F1-1D31-4F37DB15810F}"/>
              </a:ext>
            </a:extLst>
          </p:cNvPr>
          <p:cNvSpPr>
            <a:spLocks noGrp="1"/>
          </p:cNvSpPr>
          <p:nvPr>
            <p:ph type="title"/>
          </p:nvPr>
        </p:nvSpPr>
        <p:spPr>
          <a:xfrm>
            <a:off x="612648" y="2093976"/>
            <a:ext cx="8229600" cy="4178808"/>
          </a:xfrm>
        </p:spPr>
        <p:txBody>
          <a:bodyPr anchor="b">
            <a:normAutofit/>
          </a:bodyPr>
          <a:lstStyle/>
          <a:p>
            <a:r>
              <a:rPr lang="en-US"/>
              <a:t>MuleSoft Integration Overview</a:t>
            </a:r>
          </a:p>
        </p:txBody>
      </p:sp>
    </p:spTree>
    <p:extLst>
      <p:ext uri="{BB962C8B-B14F-4D97-AF65-F5344CB8AC3E}">
        <p14:creationId xmlns:p14="http://schemas.microsoft.com/office/powerpoint/2010/main" val="37789189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DD828-5D4F-26AC-F403-22BA019808FF}"/>
              </a:ext>
            </a:extLst>
          </p:cNvPr>
          <p:cNvSpPr>
            <a:spLocks noGrp="1"/>
          </p:cNvSpPr>
          <p:nvPr>
            <p:ph type="title"/>
          </p:nvPr>
        </p:nvSpPr>
        <p:spPr>
          <a:xfrm>
            <a:off x="612648" y="502920"/>
            <a:ext cx="4669536" cy="1453896"/>
          </a:xfrm>
        </p:spPr>
        <p:txBody>
          <a:bodyPr anchor="t">
            <a:normAutofit/>
          </a:bodyPr>
          <a:lstStyle/>
          <a:p>
            <a:r>
              <a:rPr lang="en-US"/>
              <a:t>Introduction to MuleSoft Integration Architecture</a:t>
            </a:r>
          </a:p>
        </p:txBody>
      </p:sp>
      <p:pic>
        <p:nvPicPr>
          <p:cNvPr id="5" name="Content Placeholder 4" descr="Cloud Computing Symbols with Network Polygon Graphic Abstract Background.">
            <a:extLst>
              <a:ext uri="{FF2B5EF4-FFF2-40B4-BE49-F238E27FC236}">
                <a16:creationId xmlns:a16="http://schemas.microsoft.com/office/drawing/2014/main" id="{3C31CC94-D37A-4BC8-A7D9-208ECFF4EB73}"/>
              </a:ext>
            </a:extLst>
          </p:cNvPr>
          <p:cNvPicPr>
            <a:picLocks noGrp="1" noChangeAspect="1"/>
          </p:cNvPicPr>
          <p:nvPr>
            <p:ph type="pic" sz="quarter" idx="15"/>
          </p:nvPr>
        </p:nvPicPr>
        <p:blipFill>
          <a:blip r:embed="rId3"/>
          <a:srcRect l="11078" r="9443" b="-1"/>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0C59D0BD-C239-4A8D-EF48-8F54B80B327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API-Led Connectivity</a:t>
            </a:r>
          </a:p>
          <a:p>
            <a:pPr marL="0" lvl="1" indent="0">
              <a:buFont typeface="Arial" panose="020B0604020202020204" pitchFamily="34" charset="0"/>
              <a:buNone/>
            </a:pPr>
            <a:r>
              <a:t>MuleSoft uses an API-led approach to enable seamless connectivity across diverse systems and applications.</a:t>
            </a:r>
            <a:endParaRPr lang="en-US"/>
          </a:p>
          <a:p>
            <a:pPr marL="0" indent="0">
              <a:spcBef>
                <a:spcPts val="2500"/>
              </a:spcBef>
              <a:buFont typeface="Arial" panose="020B0604020202020204" pitchFamily="34" charset="0"/>
              <a:buNone/>
            </a:pPr>
            <a:r>
              <a:rPr lang="en-US" b="1"/>
              <a:t>Anypoint Platform Lifecycle</a:t>
            </a:r>
          </a:p>
          <a:p>
            <a:pPr marL="0" lvl="1" indent="0">
              <a:buFont typeface="Arial" panose="020B0604020202020204" pitchFamily="34" charset="0"/>
              <a:buNone/>
            </a:pPr>
            <a:r>
              <a:t>The Anypoint Platform manages the full API lifecycle including design, deployment, and monitoring.</a:t>
            </a:r>
            <a:endParaRPr lang="en-US"/>
          </a:p>
          <a:p>
            <a:pPr marL="0" indent="0">
              <a:spcBef>
                <a:spcPts val="2500"/>
              </a:spcBef>
              <a:buFont typeface="Arial" panose="020B0604020202020204" pitchFamily="34" charset="0"/>
              <a:buNone/>
            </a:pPr>
            <a:r>
              <a:rPr lang="en-US" b="1"/>
              <a:t>Cloud and On-Premises Support</a:t>
            </a:r>
          </a:p>
          <a:p>
            <a:pPr marL="0" lvl="1" indent="0">
              <a:buFont typeface="Arial" panose="020B0604020202020204" pitchFamily="34" charset="0"/>
              <a:buNone/>
            </a:pPr>
            <a:r>
              <a:t>MuleSoft supports both cloud and on-premises deployments to suit varied infrastructure needs.</a:t>
            </a:r>
            <a:endParaRPr lang="en-US"/>
          </a:p>
          <a:p>
            <a:pPr marL="0" indent="0">
              <a:spcBef>
                <a:spcPts val="2500"/>
              </a:spcBef>
              <a:buFont typeface="Arial" panose="020B0604020202020204" pitchFamily="34" charset="0"/>
              <a:buNone/>
            </a:pPr>
            <a:r>
              <a:rPr lang="en-US" b="1"/>
              <a:t>Business Agility and Cost Reduction</a:t>
            </a:r>
          </a:p>
          <a:p>
            <a:pPr marL="0" lvl="1" indent="0">
              <a:buFont typeface="Arial" panose="020B0604020202020204" pitchFamily="34" charset="0"/>
              <a:buNone/>
            </a:pPr>
            <a:r>
              <a:t>Adopting MuleSoft accelerates digital transformation, reduces integration costs, and improves agility.</a:t>
            </a:r>
            <a:endParaRPr lang="en-US"/>
          </a:p>
        </p:txBody>
      </p:sp>
    </p:spTree>
    <p:extLst>
      <p:ext uri="{BB962C8B-B14F-4D97-AF65-F5344CB8AC3E}">
        <p14:creationId xmlns:p14="http://schemas.microsoft.com/office/powerpoint/2010/main" val="12944428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BED1E-E86F-23BF-B96A-5C2FBEBB0E31}"/>
              </a:ext>
            </a:extLst>
          </p:cNvPr>
          <p:cNvSpPr>
            <a:spLocks noGrp="1"/>
          </p:cNvSpPr>
          <p:nvPr>
            <p:ph type="title"/>
          </p:nvPr>
        </p:nvSpPr>
        <p:spPr>
          <a:xfrm>
            <a:off x="4706516" y="502920"/>
            <a:ext cx="6858000" cy="841248"/>
          </a:xfrm>
        </p:spPr>
        <p:txBody>
          <a:bodyPr anchor="b">
            <a:normAutofit/>
          </a:bodyPr>
          <a:lstStyle/>
          <a:p>
            <a:r>
              <a:rPr lang="en-US"/>
              <a:t>API-Led Connectivity Approach</a:t>
            </a:r>
          </a:p>
        </p:txBody>
      </p:sp>
      <p:pic>
        <p:nvPicPr>
          <p:cNvPr id="5" name="Content Placeholder 4" descr="4K Resolution">
            <a:extLst>
              <a:ext uri="{FF2B5EF4-FFF2-40B4-BE49-F238E27FC236}">
                <a16:creationId xmlns:a16="http://schemas.microsoft.com/office/drawing/2014/main" id="{99F729A4-BDFE-4989-9127-67B3056D7F92}"/>
              </a:ext>
            </a:extLst>
          </p:cNvPr>
          <p:cNvPicPr>
            <a:picLocks noGrp="1" noChangeAspect="1"/>
          </p:cNvPicPr>
          <p:nvPr>
            <p:ph type="pic" sz="quarter" idx="15"/>
          </p:nvPr>
        </p:nvPicPr>
        <p:blipFill>
          <a:blip r:embed="rId3"/>
          <a:srcRect l="34294" r="33156"/>
          <a:stretch>
            <a:fillRect/>
          </a:stretch>
        </p:blipFill>
        <p:spPr>
          <a:xfrm>
            <a:off x="115867" y="10"/>
            <a:ext cx="3968496" cy="6857990"/>
          </a:xfrm>
          <a:prstGeom prst="rect">
            <a:avLst/>
          </a:prstGeom>
          <a:noFill/>
        </p:spPr>
      </p:pic>
      <p:sp>
        <p:nvSpPr>
          <p:cNvPr id="4" name="Content Placeholder 3">
            <a:extLst>
              <a:ext uri="{FF2B5EF4-FFF2-40B4-BE49-F238E27FC236}">
                <a16:creationId xmlns:a16="http://schemas.microsoft.com/office/drawing/2014/main" id="{B7FB7FE1-9183-0B5D-5A1E-03DFFC7007B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706516" y="1472183"/>
            <a:ext cx="6858000" cy="4782312"/>
          </a:xfrm>
        </p:spPr>
        <p:txBody>
          <a:bodyPr>
            <a:normAutofit/>
          </a:bodyPr>
          <a:lstStyle/>
          <a:p>
            <a:pPr marL="0" indent="0">
              <a:spcBef>
                <a:spcPts val="2500"/>
              </a:spcBef>
              <a:buFont typeface="Arial" panose="020B0604020202020204" pitchFamily="34" charset="0"/>
              <a:buNone/>
            </a:pPr>
            <a:r>
              <a:rPr lang="en-US" b="1"/>
              <a:t>System Layer Access</a:t>
            </a:r>
          </a:p>
          <a:p>
            <a:pPr marL="0" lvl="1" indent="0">
              <a:buFont typeface="Arial" panose="020B0604020202020204" pitchFamily="34" charset="0"/>
              <a:buNone/>
            </a:pPr>
            <a:r>
              <a:t>The System Layer connects to core backend systems such as ERP, CRM, and databases for standardized data access.</a:t>
            </a:r>
            <a:endParaRPr lang="en-US"/>
          </a:p>
          <a:p>
            <a:pPr marL="0" indent="0">
              <a:spcBef>
                <a:spcPts val="2500"/>
              </a:spcBef>
              <a:buFont typeface="Arial" panose="020B0604020202020204" pitchFamily="34" charset="0"/>
              <a:buNone/>
            </a:pPr>
            <a:r>
              <a:rPr lang="en-US" b="1"/>
              <a:t>Process Layer Orchestration</a:t>
            </a:r>
          </a:p>
          <a:p>
            <a:pPr marL="0" lvl="1" indent="0">
              <a:buFont typeface="Arial" panose="020B0604020202020204" pitchFamily="34" charset="0"/>
              <a:buNone/>
            </a:pPr>
            <a:r>
              <a:t>The Process Layer aggregates data from multiple sources and applies business logic to produce meaningful outputs.</a:t>
            </a:r>
            <a:endParaRPr lang="en-US"/>
          </a:p>
          <a:p>
            <a:pPr marL="0" indent="0">
              <a:spcBef>
                <a:spcPts val="2500"/>
              </a:spcBef>
              <a:buFont typeface="Arial" panose="020B0604020202020204" pitchFamily="34" charset="0"/>
              <a:buNone/>
            </a:pPr>
            <a:r>
              <a:rPr lang="en-US" b="1"/>
              <a:t>Experience Layer APIs</a:t>
            </a:r>
          </a:p>
          <a:p>
            <a:pPr marL="0" lvl="1" indent="0">
              <a:buFont typeface="Arial" panose="020B0604020202020204" pitchFamily="34" charset="0"/>
              <a:buNone/>
            </a:pPr>
            <a:r>
              <a:t>The Experience Layer delivers APIs tailored for user interfaces like mobile and web, optimizing user experience.</a:t>
            </a:r>
            <a:endParaRPr lang="en-US"/>
          </a:p>
          <a:p>
            <a:pPr marL="0" indent="0">
              <a:spcBef>
                <a:spcPts val="2500"/>
              </a:spcBef>
              <a:buFont typeface="Arial" panose="020B0604020202020204" pitchFamily="34" charset="0"/>
              <a:buNone/>
            </a:pPr>
            <a:r>
              <a:rPr lang="en-US" b="1"/>
              <a:t>Benefits of Layered Approach</a:t>
            </a:r>
          </a:p>
          <a:p>
            <a:pPr marL="0" lvl="1" indent="0">
              <a:buFont typeface="Arial" panose="020B0604020202020204" pitchFamily="34" charset="0"/>
              <a:buNone/>
            </a:pPr>
            <a:r>
              <a:t>This approach enables modularity, reusability, collaboration, and simplifies integration of new technologies.</a:t>
            </a:r>
            <a:endParaRPr lang="en-US"/>
          </a:p>
        </p:txBody>
      </p:sp>
    </p:spTree>
    <p:extLst>
      <p:ext uri="{BB962C8B-B14F-4D97-AF65-F5344CB8AC3E}">
        <p14:creationId xmlns:p14="http://schemas.microsoft.com/office/powerpoint/2010/main" val="19189303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4133C-D0D2-CCA5-AA64-3186BB735E60}"/>
              </a:ext>
            </a:extLst>
          </p:cNvPr>
          <p:cNvSpPr>
            <a:spLocks noGrp="1"/>
          </p:cNvSpPr>
          <p:nvPr>
            <p:ph type="title"/>
          </p:nvPr>
        </p:nvSpPr>
        <p:spPr>
          <a:xfrm>
            <a:off x="612648" y="2093976"/>
            <a:ext cx="8229600" cy="4178808"/>
          </a:xfrm>
        </p:spPr>
        <p:txBody>
          <a:bodyPr anchor="b">
            <a:normAutofit/>
          </a:bodyPr>
          <a:lstStyle/>
          <a:p>
            <a:r>
              <a:rPr lang="en-US"/>
              <a:t>Anypoint Platform Components</a:t>
            </a:r>
          </a:p>
        </p:txBody>
      </p:sp>
    </p:spTree>
    <p:extLst>
      <p:ext uri="{BB962C8B-B14F-4D97-AF65-F5344CB8AC3E}">
        <p14:creationId xmlns:p14="http://schemas.microsoft.com/office/powerpoint/2010/main" val="16829257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DF302-BF60-E431-9EFD-531D44595F38}"/>
              </a:ext>
            </a:extLst>
          </p:cNvPr>
          <p:cNvSpPr>
            <a:spLocks noGrp="1"/>
          </p:cNvSpPr>
          <p:nvPr>
            <p:ph type="title"/>
          </p:nvPr>
        </p:nvSpPr>
        <p:spPr>
          <a:xfrm>
            <a:off x="612648" y="502920"/>
            <a:ext cx="4669536" cy="1453896"/>
          </a:xfrm>
        </p:spPr>
        <p:txBody>
          <a:bodyPr anchor="t">
            <a:normAutofit/>
          </a:bodyPr>
          <a:lstStyle/>
          <a:p>
            <a:r>
              <a:rPr lang="en-US"/>
              <a:t>Core Components of Anypoint Platform</a:t>
            </a:r>
          </a:p>
        </p:txBody>
      </p:sp>
      <p:pic>
        <p:nvPicPr>
          <p:cNvPr id="5" name="Content Placeholder 4" descr="Cloud computing concept isolated on white background">
            <a:extLst>
              <a:ext uri="{FF2B5EF4-FFF2-40B4-BE49-F238E27FC236}">
                <a16:creationId xmlns:a16="http://schemas.microsoft.com/office/drawing/2014/main" id="{B47F4519-25DB-400E-BE90-F21B7DB95176}"/>
              </a:ext>
            </a:extLst>
          </p:cNvPr>
          <p:cNvPicPr>
            <a:picLocks noGrp="1" noChangeAspect="1"/>
          </p:cNvPicPr>
          <p:nvPr>
            <p:ph type="pic" sz="quarter" idx="15"/>
          </p:nvPr>
        </p:nvPicPr>
        <p:blipFill>
          <a:blip r:embed="rId3"/>
          <a:srcRect l="5480" r="7499" b="-2"/>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E1CD661A-33F0-5C17-006A-EFE8B52900C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Anypoint Studio IDE</a:t>
            </a:r>
          </a:p>
          <a:p>
            <a:pPr marL="0" lvl="1" indent="0">
              <a:buFont typeface="Arial" panose="020B0604020202020204" pitchFamily="34" charset="0"/>
              <a:buNone/>
            </a:pPr>
            <a:r>
              <a:t>Anypoint Studio is an integrated development environment used to design and build Mule applications efficiently.</a:t>
            </a:r>
            <a:endParaRPr lang="en-US"/>
          </a:p>
          <a:p>
            <a:pPr marL="0" indent="0">
              <a:spcBef>
                <a:spcPts val="2500"/>
              </a:spcBef>
              <a:buFont typeface="Arial" panose="020B0604020202020204" pitchFamily="34" charset="0"/>
              <a:buNone/>
            </a:pPr>
            <a:r>
              <a:rPr lang="en-US" b="1"/>
              <a:t>Anypoint Exchange Repository</a:t>
            </a:r>
          </a:p>
          <a:p>
            <a:pPr marL="0" lvl="1" indent="0">
              <a:buFont typeface="Arial" panose="020B0604020202020204" pitchFamily="34" charset="0"/>
              <a:buNone/>
            </a:pPr>
            <a:r>
              <a:t>Anypoint Exchange serves as a central repository for reusable APIs, connectors, and templates, enhancing collaboration.</a:t>
            </a:r>
            <a:endParaRPr lang="en-US"/>
          </a:p>
          <a:p>
            <a:pPr marL="0" indent="0">
              <a:spcBef>
                <a:spcPts val="2500"/>
              </a:spcBef>
              <a:buFont typeface="Arial" panose="020B0604020202020204" pitchFamily="34" charset="0"/>
              <a:buNone/>
            </a:pPr>
            <a:r>
              <a:rPr lang="en-US" b="1"/>
              <a:t>API Manager Security</a:t>
            </a:r>
          </a:p>
          <a:p>
            <a:pPr marL="0" lvl="1" indent="0">
              <a:buFont typeface="Arial" panose="020B0604020202020204" pitchFamily="34" charset="0"/>
              <a:buNone/>
            </a:pPr>
            <a:r>
              <a:t>API Manager provides tools for API security, policy enforcement, and analytics to manage APIs effectively.</a:t>
            </a:r>
            <a:endParaRPr lang="en-US"/>
          </a:p>
          <a:p>
            <a:pPr marL="0" indent="0">
              <a:spcBef>
                <a:spcPts val="2500"/>
              </a:spcBef>
              <a:buFont typeface="Arial" panose="020B0604020202020204" pitchFamily="34" charset="0"/>
              <a:buNone/>
            </a:pPr>
            <a:r>
              <a:rPr lang="en-US" b="1"/>
              <a:t>Runtime Management and Monitoring</a:t>
            </a:r>
          </a:p>
          <a:p>
            <a:pPr marL="0" lvl="1" indent="0">
              <a:buFont typeface="Arial" panose="020B0604020202020204" pitchFamily="34" charset="0"/>
              <a:buNone/>
            </a:pPr>
            <a:r>
              <a:t>Runtime Manager enables deployment and monitoring of applications, while monitoring tools provide performance insights.</a:t>
            </a:r>
            <a:endParaRPr lang="en-US"/>
          </a:p>
        </p:txBody>
      </p:sp>
    </p:spTree>
    <p:extLst>
      <p:ext uri="{BB962C8B-B14F-4D97-AF65-F5344CB8AC3E}">
        <p14:creationId xmlns:p14="http://schemas.microsoft.com/office/powerpoint/2010/main" val="24919636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75059-98BC-137C-5C48-C70CDF32FFBD}"/>
              </a:ext>
            </a:extLst>
          </p:cNvPr>
          <p:cNvSpPr>
            <a:spLocks noGrp="1"/>
          </p:cNvSpPr>
          <p:nvPr>
            <p:ph type="title"/>
          </p:nvPr>
        </p:nvSpPr>
        <p:spPr>
          <a:xfrm>
            <a:off x="612648" y="2093976"/>
            <a:ext cx="8229600" cy="4178808"/>
          </a:xfrm>
        </p:spPr>
        <p:txBody>
          <a:bodyPr anchor="b">
            <a:normAutofit/>
          </a:bodyPr>
          <a:lstStyle/>
          <a:p>
            <a:r>
              <a:rPr lang="en-US"/>
              <a:t>Deployment and Security</a:t>
            </a:r>
          </a:p>
        </p:txBody>
      </p:sp>
    </p:spTree>
    <p:extLst>
      <p:ext uri="{BB962C8B-B14F-4D97-AF65-F5344CB8AC3E}">
        <p14:creationId xmlns:p14="http://schemas.microsoft.com/office/powerpoint/2010/main" val="11911217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B7AE5-3709-49A3-6C09-A866477988A4}"/>
              </a:ext>
            </a:extLst>
          </p:cNvPr>
          <p:cNvSpPr>
            <a:spLocks noGrp="1"/>
          </p:cNvSpPr>
          <p:nvPr>
            <p:ph type="title"/>
          </p:nvPr>
        </p:nvSpPr>
        <p:spPr>
          <a:xfrm>
            <a:off x="612648" y="502920"/>
            <a:ext cx="4669536" cy="1453896"/>
          </a:xfrm>
        </p:spPr>
        <p:txBody>
          <a:bodyPr anchor="t">
            <a:normAutofit/>
          </a:bodyPr>
          <a:lstStyle/>
          <a:p>
            <a:r>
              <a:rPr lang="en-US"/>
              <a:t>Deployment Models</a:t>
            </a:r>
          </a:p>
        </p:txBody>
      </p:sp>
      <p:pic>
        <p:nvPicPr>
          <p:cNvPr id="5" name="Content Placeholder 4" descr="Cloud Solution Background. Cloud Networking Concept">
            <a:extLst>
              <a:ext uri="{FF2B5EF4-FFF2-40B4-BE49-F238E27FC236}">
                <a16:creationId xmlns:a16="http://schemas.microsoft.com/office/drawing/2014/main" id="{519B5BBF-20F0-4869-81E8-20086F702457}"/>
              </a:ext>
            </a:extLst>
          </p:cNvPr>
          <p:cNvPicPr>
            <a:picLocks noGrp="1" noChangeAspect="1"/>
          </p:cNvPicPr>
          <p:nvPr>
            <p:ph type="pic" sz="quarter" idx="15"/>
          </p:nvPr>
        </p:nvPicPr>
        <p:blipFill>
          <a:blip r:embed="rId3"/>
          <a:srcRect l="15235" r="7316" b="-2"/>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90CA24FB-8783-8870-6FF1-AC53EC9C364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CloudHub Deployment</a:t>
            </a:r>
          </a:p>
          <a:p>
            <a:pPr marL="0" lvl="1" indent="0">
              <a:buFont typeface="Arial" panose="020B0604020202020204" pitchFamily="34" charset="0"/>
              <a:buNone/>
            </a:pPr>
            <a:r>
              <a:t>CloudHub provides a fully managed cloud platform that simplifies infrastructure management and offers scalable solutions for enterprises.</a:t>
            </a:r>
            <a:endParaRPr lang="en-US"/>
          </a:p>
          <a:p>
            <a:pPr marL="0" indent="0">
              <a:spcBef>
                <a:spcPts val="2500"/>
              </a:spcBef>
              <a:buFont typeface="Arial" panose="020B0604020202020204" pitchFamily="34" charset="0"/>
              <a:buNone/>
            </a:pPr>
            <a:r>
              <a:rPr lang="en-US" b="1"/>
              <a:t>Hybrid Deployment</a:t>
            </a:r>
          </a:p>
          <a:p>
            <a:pPr marL="0" lvl="1" indent="0">
              <a:buFont typeface="Arial" panose="020B0604020202020204" pitchFamily="34" charset="0"/>
              <a:buNone/>
            </a:pPr>
            <a:r>
              <a:t>Hybrid deployment combines cloud and on-premises environments, delivering flexibility, control, and seamless integration.</a:t>
            </a:r>
            <a:endParaRPr lang="en-US"/>
          </a:p>
          <a:p>
            <a:pPr marL="0" indent="0">
              <a:spcBef>
                <a:spcPts val="2500"/>
              </a:spcBef>
              <a:buFont typeface="Arial" panose="020B0604020202020204" pitchFamily="34" charset="0"/>
              <a:buNone/>
            </a:pPr>
            <a:r>
              <a:rPr lang="en-US" b="1"/>
              <a:t>On-Premises Deployment</a:t>
            </a:r>
          </a:p>
          <a:p>
            <a:pPr marL="0" lvl="1" indent="0">
              <a:buFont typeface="Arial" panose="020B0604020202020204" pitchFamily="34" charset="0"/>
              <a:buNone/>
            </a:pPr>
            <a:r>
              <a:t>On-premises deployment hosts Mule runtimes in local data centers, ensuring compliance with internal policies and regulations.</a:t>
            </a:r>
            <a:endParaRPr lang="en-US"/>
          </a:p>
          <a:p>
            <a:pPr marL="0" indent="0">
              <a:spcBef>
                <a:spcPts val="2500"/>
              </a:spcBef>
              <a:buFont typeface="Arial" panose="020B0604020202020204" pitchFamily="34" charset="0"/>
              <a:buNone/>
            </a:pPr>
            <a:r>
              <a:rPr lang="en-US" b="1"/>
              <a:t>Consistent Performance and Governance</a:t>
            </a:r>
          </a:p>
          <a:p>
            <a:pPr marL="0" lvl="1" indent="0">
              <a:buFont typeface="Arial" panose="020B0604020202020204" pitchFamily="34" charset="0"/>
              <a:buNone/>
            </a:pPr>
            <a:r>
              <a:t>MuleSoft architecture ensures consistent performance and governance across all deployment models for diverse enterprise needs.</a:t>
            </a:r>
            <a:endParaRPr lang="en-US"/>
          </a:p>
        </p:txBody>
      </p:sp>
    </p:spTree>
    <p:extLst>
      <p:ext uri="{BB962C8B-B14F-4D97-AF65-F5344CB8AC3E}">
        <p14:creationId xmlns:p14="http://schemas.microsoft.com/office/powerpoint/2010/main" val="39508204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83EC6-D466-9D16-CDBE-1136CC99DB94}"/>
              </a:ext>
            </a:extLst>
          </p:cNvPr>
          <p:cNvSpPr>
            <a:spLocks noGrp="1"/>
          </p:cNvSpPr>
          <p:nvPr>
            <p:ph type="title"/>
          </p:nvPr>
        </p:nvSpPr>
        <p:spPr>
          <a:xfrm>
            <a:off x="612648" y="502920"/>
            <a:ext cx="4669536" cy="1453896"/>
          </a:xfrm>
        </p:spPr>
        <p:txBody>
          <a:bodyPr anchor="t">
            <a:normAutofit/>
          </a:bodyPr>
          <a:lstStyle/>
          <a:p>
            <a:r>
              <a:rPr lang="en-US"/>
              <a:t>Security &amp; Governance</a:t>
            </a:r>
          </a:p>
        </p:txBody>
      </p:sp>
      <p:pic>
        <p:nvPicPr>
          <p:cNvPr id="5" name="Content Placeholder 4" descr="Internet Cyber Security digital concept">
            <a:extLst>
              <a:ext uri="{FF2B5EF4-FFF2-40B4-BE49-F238E27FC236}">
                <a16:creationId xmlns:a16="http://schemas.microsoft.com/office/drawing/2014/main" id="{024155A8-B768-4428-9108-604B2B609710}"/>
              </a:ext>
            </a:extLst>
          </p:cNvPr>
          <p:cNvPicPr>
            <a:picLocks noGrp="1" noChangeAspect="1"/>
          </p:cNvPicPr>
          <p:nvPr>
            <p:ph type="pic" sz="quarter" idx="15"/>
          </p:nvPr>
        </p:nvPicPr>
        <p:blipFill>
          <a:blip r:embed="rId3"/>
          <a:srcRect l="18610" r="16126"/>
          <a:stretch>
            <a:fillRect/>
          </a:stretch>
        </p:blipFill>
        <p:spPr>
          <a:xfrm>
            <a:off x="612648" y="2293938"/>
            <a:ext cx="4669536" cy="4024566"/>
          </a:xfrm>
          <a:prstGeom prst="rect">
            <a:avLst/>
          </a:prstGeom>
          <a:noFill/>
        </p:spPr>
      </p:pic>
      <p:sp>
        <p:nvSpPr>
          <p:cNvPr id="4" name="Content Placeholder 3">
            <a:extLst>
              <a:ext uri="{FF2B5EF4-FFF2-40B4-BE49-F238E27FC236}">
                <a16:creationId xmlns:a16="http://schemas.microsoft.com/office/drawing/2014/main" id="{933CEDC9-87B1-45CD-14D5-8AB47AFC134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02919"/>
            <a:ext cx="5471160" cy="5815585"/>
          </a:xfrm>
        </p:spPr>
        <p:txBody>
          <a:bodyPr>
            <a:normAutofit/>
          </a:bodyPr>
          <a:lstStyle/>
          <a:p>
            <a:pPr marL="0" indent="0">
              <a:spcBef>
                <a:spcPts val="2500"/>
              </a:spcBef>
              <a:buFont typeface="Arial" panose="020B0604020202020204" pitchFamily="34" charset="0"/>
              <a:buNone/>
            </a:pPr>
            <a:r>
              <a:rPr lang="en-US" b="1"/>
              <a:t>API Policy Enforcement</a:t>
            </a:r>
          </a:p>
          <a:p>
            <a:pPr marL="0" lvl="1" indent="0">
              <a:buFont typeface="Arial" panose="020B0604020202020204" pitchFamily="34" charset="0"/>
              <a:buNone/>
            </a:pPr>
            <a:r>
              <a:t>MuleSoft enforces API policies including authentication, authorization, and rate limiting to secure data access.</a:t>
            </a:r>
            <a:endParaRPr lang="en-US"/>
          </a:p>
          <a:p>
            <a:pPr marL="0" indent="0">
              <a:spcBef>
                <a:spcPts val="2500"/>
              </a:spcBef>
              <a:buFont typeface="Arial" panose="020B0604020202020204" pitchFamily="34" charset="0"/>
              <a:buNone/>
            </a:pPr>
            <a:r>
              <a:rPr lang="en-US" b="1"/>
              <a:t>Centralized API Gateway</a:t>
            </a:r>
          </a:p>
          <a:p>
            <a:pPr marL="0" lvl="1" indent="0">
              <a:buFont typeface="Arial" panose="020B0604020202020204" pitchFamily="34" charset="0"/>
              <a:buNone/>
            </a:pPr>
            <a:r>
              <a:t>The centralized API Gateway manages traffic control, compliance, and monitoring across the API ecosystem.</a:t>
            </a:r>
            <a:endParaRPr lang="en-US"/>
          </a:p>
          <a:p>
            <a:pPr marL="0" indent="0">
              <a:spcBef>
                <a:spcPts val="2500"/>
              </a:spcBef>
              <a:buFont typeface="Arial" panose="020B0604020202020204" pitchFamily="34" charset="0"/>
              <a:buNone/>
            </a:pPr>
            <a:r>
              <a:rPr lang="en-US" b="1"/>
              <a:t>Governance and Compliance</a:t>
            </a:r>
          </a:p>
          <a:p>
            <a:pPr marL="0" lvl="1" indent="0">
              <a:buFont typeface="Arial" panose="020B0604020202020204" pitchFamily="34" charset="0"/>
              <a:buNone/>
            </a:pPr>
            <a:r>
              <a:t>Governance protocols ensure regulatory adherence and visibility into API usage for risk mitigation.</a:t>
            </a:r>
            <a:endParaRPr lang="en-US"/>
          </a:p>
          <a:p>
            <a:pPr marL="0" indent="0">
              <a:spcBef>
                <a:spcPts val="2500"/>
              </a:spcBef>
              <a:buFont typeface="Arial" panose="020B0604020202020204" pitchFamily="34" charset="0"/>
              <a:buNone/>
            </a:pPr>
            <a:r>
              <a:rPr lang="en-US" b="1"/>
              <a:t>Risk Mitigation and Trust</a:t>
            </a:r>
          </a:p>
          <a:p>
            <a:pPr marL="0" lvl="1" indent="0">
              <a:buFont typeface="Arial" panose="020B0604020202020204" pitchFamily="34" charset="0"/>
              <a:buNone/>
            </a:pPr>
            <a:r>
              <a:t>Robust security measures help businesses mitigate risks and maintain trust with users and stakeholders.</a:t>
            </a:r>
            <a:endParaRPr lang="en-US"/>
          </a:p>
        </p:txBody>
      </p:sp>
    </p:spTree>
    <p:extLst>
      <p:ext uri="{BB962C8B-B14F-4D97-AF65-F5344CB8AC3E}">
        <p14:creationId xmlns:p14="http://schemas.microsoft.com/office/powerpoint/2010/main" val="38397426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7E7A3-8E51-4DF3-7468-22F5D33F0CDD}"/>
              </a:ext>
            </a:extLst>
          </p:cNvPr>
          <p:cNvSpPr>
            <a:spLocks noGrp="1"/>
          </p:cNvSpPr>
          <p:nvPr>
            <p:ph type="title"/>
          </p:nvPr>
        </p:nvSpPr>
        <p:spPr>
          <a:xfrm>
            <a:off x="612648" y="2093976"/>
            <a:ext cx="8229600" cy="4178808"/>
          </a:xfrm>
        </p:spPr>
        <p:txBody>
          <a:bodyPr anchor="b">
            <a:normAutofit/>
          </a:bodyPr>
          <a:lstStyle/>
          <a:p>
            <a:r>
              <a:rPr lang="en-US"/>
              <a:t>Integration Patterns</a:t>
            </a:r>
          </a:p>
        </p:txBody>
      </p:sp>
    </p:spTree>
    <p:extLst>
      <p:ext uri="{BB962C8B-B14F-4D97-AF65-F5344CB8AC3E}">
        <p14:creationId xmlns:p14="http://schemas.microsoft.com/office/powerpoint/2010/main" val="27589768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8CF9D-1363-CCB8-3CFF-8FAD1EE42D60}"/>
              </a:ext>
            </a:extLst>
          </p:cNvPr>
          <p:cNvSpPr>
            <a:spLocks noGrp="1"/>
          </p:cNvSpPr>
          <p:nvPr>
            <p:ph type="title"/>
          </p:nvPr>
        </p:nvSpPr>
        <p:spPr>
          <a:xfrm>
            <a:off x="8165592" y="1008126"/>
            <a:ext cx="3401567" cy="1947672"/>
          </a:xfrm>
        </p:spPr>
        <p:txBody>
          <a:bodyPr anchor="b">
            <a:normAutofit/>
          </a:bodyPr>
          <a:lstStyle/>
          <a:p>
            <a:r>
              <a:rPr lang="en-US"/>
              <a:t>Common Integration Patterns</a:t>
            </a:r>
          </a:p>
        </p:txBody>
      </p:sp>
      <p:pic>
        <p:nvPicPr>
          <p:cNvPr id="5" name="Content Placeholder 4" descr="Hand Cursor on multicolored social media icons going out of the wifi icon, global network concept">
            <a:extLst>
              <a:ext uri="{FF2B5EF4-FFF2-40B4-BE49-F238E27FC236}">
                <a16:creationId xmlns:a16="http://schemas.microsoft.com/office/drawing/2014/main" id="{85302431-E6D4-48CD-91AC-0E97F366D546}"/>
              </a:ext>
            </a:extLst>
          </p:cNvPr>
          <p:cNvPicPr>
            <a:picLocks noGrp="1" noChangeAspect="1"/>
          </p:cNvPicPr>
          <p:nvPr>
            <p:ph type="pic" sz="quarter" idx="15"/>
          </p:nvPr>
        </p:nvPicPr>
        <p:blipFill>
          <a:blip r:embed="rId3"/>
          <a:srcRect l="9574" r="16267" b="-1"/>
          <a:stretch>
            <a:fillRect/>
          </a:stretch>
        </p:blipFill>
        <p:spPr>
          <a:xfrm>
            <a:off x="115866" y="10"/>
            <a:ext cx="7397496" cy="6857990"/>
          </a:xfrm>
          <a:prstGeom prst="rect">
            <a:avLst/>
          </a:prstGeom>
          <a:noFill/>
        </p:spPr>
      </p:pic>
      <p:sp>
        <p:nvSpPr>
          <p:cNvPr id="4" name="Content Placeholder 3">
            <a:extLst>
              <a:ext uri="{FF2B5EF4-FFF2-40B4-BE49-F238E27FC236}">
                <a16:creationId xmlns:a16="http://schemas.microsoft.com/office/drawing/2014/main" id="{305F166D-B124-ACE8-8471-13A7F429E1F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165592" y="3099816"/>
            <a:ext cx="3401567" cy="3054096"/>
          </a:xfrm>
        </p:spPr>
        <p:txBody>
          <a:bodyPr>
            <a:normAutofit/>
          </a:bodyPr>
          <a:lstStyle/>
          <a:p>
            <a:pPr marL="0" indent="0">
              <a:lnSpc>
                <a:spcPct val="110000"/>
              </a:lnSpc>
              <a:spcBef>
                <a:spcPts val="2500"/>
              </a:spcBef>
              <a:buFont typeface="Arial" panose="020B0604020202020204" pitchFamily="34" charset="0"/>
              <a:buNone/>
            </a:pPr>
            <a:r>
              <a:rPr lang="en-US" sz="1000" b="1"/>
              <a:t>Synchronous Integration</a:t>
            </a:r>
          </a:p>
          <a:p>
            <a:pPr marL="0" lvl="1" indent="0">
              <a:lnSpc>
                <a:spcPct val="110000"/>
              </a:lnSpc>
              <a:buFont typeface="Arial" panose="020B0604020202020204" pitchFamily="34" charset="0"/>
              <a:buNone/>
            </a:pPr>
            <a:r>
              <a:rPr lang="en-US" sz="1000"/>
              <a:t>Synchronous integration enables real-time request-response communication suitable for immediate feedback applications.</a:t>
            </a:r>
          </a:p>
          <a:p>
            <a:pPr marL="0" indent="0">
              <a:lnSpc>
                <a:spcPct val="110000"/>
              </a:lnSpc>
              <a:spcBef>
                <a:spcPts val="2500"/>
              </a:spcBef>
              <a:buFont typeface="Arial" panose="020B0604020202020204" pitchFamily="34" charset="0"/>
              <a:buNone/>
            </a:pPr>
            <a:r>
              <a:rPr lang="en-US" sz="1000" b="1"/>
              <a:t>Asynchronous Integration</a:t>
            </a:r>
          </a:p>
          <a:p>
            <a:pPr marL="0" lvl="1" indent="0">
              <a:lnSpc>
                <a:spcPct val="110000"/>
              </a:lnSpc>
              <a:buFont typeface="Arial" panose="020B0604020202020204" pitchFamily="34" charset="0"/>
              <a:buNone/>
            </a:pPr>
            <a:r>
              <a:rPr lang="en-US" sz="1000"/>
              <a:t>Asynchronous integration uses event-driven messaging allowing systems to communicate without waiting for a response.</a:t>
            </a:r>
          </a:p>
          <a:p>
            <a:pPr marL="0" indent="0">
              <a:lnSpc>
                <a:spcPct val="110000"/>
              </a:lnSpc>
              <a:spcBef>
                <a:spcPts val="2500"/>
              </a:spcBef>
              <a:buFont typeface="Arial" panose="020B0604020202020204" pitchFamily="34" charset="0"/>
              <a:buNone/>
            </a:pPr>
            <a:r>
              <a:rPr lang="en-US" sz="1000" b="1"/>
              <a:t>Batch Processing</a:t>
            </a:r>
          </a:p>
          <a:p>
            <a:pPr marL="0" lvl="1" indent="0">
              <a:lnSpc>
                <a:spcPct val="110000"/>
              </a:lnSpc>
              <a:buFont typeface="Arial" panose="020B0604020202020204" pitchFamily="34" charset="0"/>
              <a:buNone/>
            </a:pPr>
            <a:r>
              <a:rPr lang="en-US" sz="1000"/>
              <a:t>Batch processing handles large datasets efficiently, often running tasks in scheduled intervals for performance.</a:t>
            </a:r>
          </a:p>
        </p:txBody>
      </p:sp>
    </p:spTree>
    <p:extLst>
      <p:ext uri="{BB962C8B-B14F-4D97-AF65-F5344CB8AC3E}">
        <p14:creationId xmlns:p14="http://schemas.microsoft.com/office/powerpoint/2010/main" val="6909815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1587A-E330-A69E-9CA1-F2F6561F7A69}"/>
              </a:ext>
            </a:extLst>
          </p:cNvPr>
          <p:cNvSpPr>
            <a:spLocks noGrp="1"/>
          </p:cNvSpPr>
          <p:nvPr>
            <p:ph type="title"/>
          </p:nvPr>
        </p:nvSpPr>
        <p:spPr>
          <a:xfrm>
            <a:off x="612648" y="2093976"/>
            <a:ext cx="8229600" cy="4178808"/>
          </a:xfrm>
        </p:spPr>
        <p:txBody>
          <a:bodyPr anchor="b">
            <a:normAutofit/>
          </a:bodyPr>
          <a:lstStyle/>
          <a:p>
            <a:r>
              <a:rPr lang="en-US"/>
              <a:t>Visual Representation</a:t>
            </a:r>
          </a:p>
        </p:txBody>
      </p:sp>
    </p:spTree>
    <p:extLst>
      <p:ext uri="{BB962C8B-B14F-4D97-AF65-F5344CB8AC3E}">
        <p14:creationId xmlns:p14="http://schemas.microsoft.com/office/powerpoint/2010/main" val="5449158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01A5D-F88A-ED97-55F5-341CDEB0F43C}"/>
              </a:ext>
            </a:extLst>
          </p:cNvPr>
          <p:cNvSpPr>
            <a:spLocks noGrp="1"/>
          </p:cNvSpPr>
          <p:nvPr>
            <p:ph type="title"/>
          </p:nvPr>
        </p:nvSpPr>
        <p:spPr>
          <a:xfrm>
            <a:off x="612648" y="310896"/>
            <a:ext cx="10872216" cy="1225296"/>
          </a:xfrm>
        </p:spPr>
        <p:txBody>
          <a:bodyPr anchor="ctr">
            <a:normAutofit/>
          </a:bodyPr>
          <a:lstStyle/>
          <a:p>
            <a:r>
              <a:rPr lang="en-US"/>
              <a:t>MuleSoft Architecture Diagrams</a:t>
            </a:r>
          </a:p>
        </p:txBody>
      </p:sp>
      <p:graphicFrame>
        <p:nvGraphicFramePr>
          <p:cNvPr id="5" name="Content Placeholder 4">
            <a:extLst>
              <a:ext uri="{FF2B5EF4-FFF2-40B4-BE49-F238E27FC236}">
                <a16:creationId xmlns:a16="http://schemas.microsoft.com/office/drawing/2014/main" id="{F5A2624C-8E5C-4250-B65A-72C95232AFFE}"/>
              </a:ext>
            </a:extLst>
          </p:cNvPr>
          <p:cNvGraphicFramePr>
            <a:graphicFrameLocks noGrp="1"/>
          </p:cNvGraphicFramePr>
          <p:nvPr>
            <p:ph sz="quarter" idx="13"/>
            <p:extLst>
              <p:ext uri="{D42A27DB-BD31-4B8C-83A1-F6EECF244321}">
                <p14:modId xmlns:p14="http://schemas.microsoft.com/office/powerpoint/2010/main" val="1186793693"/>
              </p:ext>
            </p:extLst>
          </p:nvPr>
        </p:nvGraphicFramePr>
        <p:xfrm>
          <a:off x="6030468" y="2352418"/>
          <a:ext cx="5867400" cy="3913057"/>
        </p:xfrm>
        <a:graphic>
          <a:graphicData uri="http://schemas.openxmlformats.org/drawingml/2006/table">
            <a:tbl>
              <a:tblPr firstRow="1" bandRow="1">
                <a:noFill/>
                <a:tableStyleId>{5C22544A-7EE6-4342-B048-85BDC9FD1C3A}</a:tableStyleId>
              </a:tblPr>
              <a:tblGrid>
                <a:gridCol w="2138636">
                  <a:extLst>
                    <a:ext uri="{9D8B030D-6E8A-4147-A177-3AD203B41FA5}">
                      <a16:colId xmlns:a16="http://schemas.microsoft.com/office/drawing/2014/main" val="633585595"/>
                    </a:ext>
                  </a:extLst>
                </a:gridCol>
                <a:gridCol w="3728764">
                  <a:extLst>
                    <a:ext uri="{9D8B030D-6E8A-4147-A177-3AD203B41FA5}">
                      <a16:colId xmlns:a16="http://schemas.microsoft.com/office/drawing/2014/main" val="1305840337"/>
                    </a:ext>
                  </a:extLst>
                </a:gridCol>
              </a:tblGrid>
              <a:tr h="630272">
                <a:tc>
                  <a:txBody>
                    <a:bodyPr/>
                    <a:lstStyle/>
                    <a:p>
                      <a:pPr>
                        <a:buNone/>
                      </a:pPr>
                      <a:r>
                        <a:rPr lang="en-US" sz="2000" b="1" cap="all" spc="150">
                          <a:solidFill>
                            <a:schemeClr val="tx1"/>
                          </a:solidFill>
                        </a:rPr>
                        <a:t>Layer</a:t>
                      </a:r>
                    </a:p>
                  </a:txBody>
                  <a:tcPr marL="174326" marR="174326" marT="174326" marB="174326"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tc>
                  <a:txBody>
                    <a:bodyPr/>
                    <a:lstStyle/>
                    <a:p>
                      <a:pPr>
                        <a:buNone/>
                      </a:pPr>
                      <a:r>
                        <a:rPr lang="en-US" sz="2000" b="1" cap="all" spc="150" dirty="0">
                          <a:solidFill>
                            <a:schemeClr val="tx1"/>
                          </a:solidFill>
                        </a:rPr>
                        <a:t>Description</a:t>
                      </a:r>
                    </a:p>
                  </a:txBody>
                  <a:tcPr marL="174326" marR="174326" marT="174326" marB="174326" anchor="ctr">
                    <a:lnL w="12700" cmpd="sng">
                      <a:noFill/>
                    </a:lnL>
                    <a:lnR w="12700" cmpd="sng">
                      <a:noFill/>
                    </a:lnR>
                    <a:lnT w="6350" cap="flat" cmpd="sng" algn="ctr">
                      <a:noFill/>
                      <a:prstDash val="solid"/>
                    </a:lnT>
                    <a:lnB w="19050" cap="flat" cmpd="sng" algn="ctr">
                      <a:noFill/>
                      <a:prstDash val="solid"/>
                    </a:lnB>
                    <a:solidFill>
                      <a:schemeClr val="accent1">
                        <a:lumMod val="40000"/>
                        <a:lumOff val="60000"/>
                      </a:schemeClr>
                    </a:solidFill>
                  </a:tcPr>
                </a:tc>
                <a:extLst>
                  <a:ext uri="{0D108BD9-81ED-4DB2-BD59-A6C34878D82A}">
                    <a16:rowId xmlns:a16="http://schemas.microsoft.com/office/drawing/2014/main" val="713395850"/>
                  </a:ext>
                </a:extLst>
              </a:tr>
              <a:tr h="1085953">
                <a:tc>
                  <a:txBody>
                    <a:bodyPr/>
                    <a:lstStyle/>
                    <a:p>
                      <a:pPr>
                        <a:buNone/>
                      </a:pPr>
                      <a:r>
                        <a:rPr lang="en-US" sz="1700" b="1" cap="none" spc="0">
                          <a:solidFill>
                            <a:schemeClr val="tx1"/>
                          </a:solidFill>
                        </a:rPr>
                        <a:t>Experience Layer</a:t>
                      </a:r>
                    </a:p>
                  </a:txBody>
                  <a:tcPr marL="174326" marR="174326" marT="174326" marB="174326" anchor="ctr">
                    <a:lnL w="12700" cmpd="sng">
                      <a:noFill/>
                      <a:prstDash val="solid"/>
                    </a:lnL>
                    <a:lnR w="12700" cmpd="sng">
                      <a:noFill/>
                      <a:prstDash val="solid"/>
                    </a:lnR>
                    <a:lnT w="19050" cap="flat" cmpd="sng" algn="ctr">
                      <a:noFill/>
                      <a:prstDash val="solid"/>
                    </a:lnT>
                    <a:lnB w="12700" cmpd="sng">
                      <a:noFill/>
                      <a:prstDash val="solid"/>
                    </a:lnB>
                    <a:noFill/>
                  </a:tcPr>
                </a:tc>
                <a:tc>
                  <a:txBody>
                    <a:bodyPr/>
                    <a:lstStyle/>
                    <a:p>
                      <a:pPr>
                        <a:buNone/>
                      </a:pPr>
                      <a:r>
                        <a:rPr lang="en-US" sz="1700" cap="none" spc="0">
                          <a:solidFill>
                            <a:schemeClr val="tx1"/>
                          </a:solidFill>
                        </a:rPr>
                        <a:t>Provides APIs tailored for specific user interfaces like mobile and web apps.</a:t>
                      </a:r>
                    </a:p>
                  </a:txBody>
                  <a:tcPr marL="174326" marR="174326" marT="174326" marB="174326" anchor="ctr">
                    <a:lnL w="12700" cmpd="sng">
                      <a:noFill/>
                      <a:prstDash val="solid"/>
                    </a:lnL>
                    <a:lnR w="12700" cmpd="sng">
                      <a:noFill/>
                      <a:prstDash val="solid"/>
                    </a:lnR>
                    <a:lnT w="19050" cap="flat" cmpd="sng" algn="ctr">
                      <a:noFill/>
                      <a:prstDash val="solid"/>
                    </a:lnT>
                    <a:lnB w="12700" cmpd="sng">
                      <a:noFill/>
                      <a:prstDash val="solid"/>
                    </a:lnB>
                    <a:noFill/>
                  </a:tcPr>
                </a:tc>
                <a:extLst>
                  <a:ext uri="{0D108BD9-81ED-4DB2-BD59-A6C34878D82A}">
                    <a16:rowId xmlns:a16="http://schemas.microsoft.com/office/drawing/2014/main" val="2738311297"/>
                  </a:ext>
                </a:extLst>
              </a:tr>
              <a:tr h="1085953">
                <a:tc>
                  <a:txBody>
                    <a:bodyPr/>
                    <a:lstStyle/>
                    <a:p>
                      <a:pPr>
                        <a:buNone/>
                      </a:pPr>
                      <a:r>
                        <a:rPr lang="en-US" sz="1700" b="1" cap="none" spc="0">
                          <a:solidFill>
                            <a:schemeClr val="tx1"/>
                          </a:solidFill>
                        </a:rPr>
                        <a:t>Process Layer</a:t>
                      </a:r>
                    </a:p>
                  </a:txBody>
                  <a:tcPr marL="174326" marR="174326" marT="174326" marB="174326"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tc>
                  <a:txBody>
                    <a:bodyPr/>
                    <a:lstStyle/>
                    <a:p>
                      <a:pPr>
                        <a:buNone/>
                      </a:pPr>
                      <a:r>
                        <a:rPr lang="en-US" sz="1700" cap="none" spc="0" dirty="0">
                          <a:solidFill>
                            <a:schemeClr val="tx1"/>
                          </a:solidFill>
                        </a:rPr>
                        <a:t>Orchestrates and aggregates data from multiple sources, implementing business logic.</a:t>
                      </a:r>
                    </a:p>
                  </a:txBody>
                  <a:tcPr marL="174326" marR="174326" marT="174326" marB="174326" anchor="ctr">
                    <a:lnL w="12700" cmpd="sng">
                      <a:noFill/>
                      <a:prstDash val="solid"/>
                    </a:lnL>
                    <a:lnR w="12700" cmpd="sng">
                      <a:noFill/>
                      <a:prstDash val="solid"/>
                    </a:lnR>
                    <a:lnT w="12700" cmpd="sng">
                      <a:noFill/>
                      <a:prstDash val="solid"/>
                    </a:lnT>
                    <a:lnB w="12700" cmpd="sng">
                      <a:noFill/>
                      <a:prstDash val="solid"/>
                    </a:lnB>
                    <a:solidFill>
                      <a:schemeClr val="bg1">
                        <a:lumMod val="95000"/>
                      </a:schemeClr>
                    </a:solidFill>
                  </a:tcPr>
                </a:tc>
                <a:extLst>
                  <a:ext uri="{0D108BD9-81ED-4DB2-BD59-A6C34878D82A}">
                    <a16:rowId xmlns:a16="http://schemas.microsoft.com/office/drawing/2014/main" val="1769255721"/>
                  </a:ext>
                </a:extLst>
              </a:tr>
              <a:tr h="1007821">
                <a:tc>
                  <a:txBody>
                    <a:bodyPr/>
                    <a:lstStyle/>
                    <a:p>
                      <a:pPr>
                        <a:buNone/>
                      </a:pPr>
                      <a:r>
                        <a:rPr lang="en-US" sz="1700" b="1" cap="none" spc="0">
                          <a:solidFill>
                            <a:schemeClr val="tx1"/>
                          </a:solidFill>
                        </a:rPr>
                        <a:t>System Layer</a:t>
                      </a:r>
                    </a:p>
                  </a:txBody>
                  <a:tcPr marL="174326" marR="174326" marT="174326" marB="174326" anchor="ctr">
                    <a:lnL w="12700" cmpd="sng">
                      <a:noFill/>
                      <a:prstDash val="solid"/>
                    </a:lnL>
                    <a:lnR w="12700" cmpd="sng">
                      <a:noFill/>
                      <a:prstDash val="solid"/>
                    </a:lnR>
                    <a:lnT w="12700" cmpd="sng">
                      <a:noFill/>
                      <a:prstDash val="solid"/>
                    </a:lnT>
                    <a:lnB w="6350" cap="flat" cmpd="sng" algn="ctr">
                      <a:noFill/>
                      <a:prstDash val="solid"/>
                    </a:lnB>
                    <a:noFill/>
                  </a:tcPr>
                </a:tc>
                <a:tc>
                  <a:txBody>
                    <a:bodyPr/>
                    <a:lstStyle/>
                    <a:p>
                      <a:pPr>
                        <a:buNone/>
                      </a:pPr>
                      <a:r>
                        <a:rPr lang="en-US" sz="1700" cap="none" spc="0" dirty="0">
                          <a:solidFill>
                            <a:schemeClr val="tx1"/>
                          </a:solidFill>
                        </a:rPr>
                        <a:t>Connects directly to core systems such as ERP, CRM, and databases.</a:t>
                      </a:r>
                    </a:p>
                  </a:txBody>
                  <a:tcPr marL="174326" marR="174326" marT="174326" marB="174326" anchor="ctr">
                    <a:lnL w="12700" cmpd="sng">
                      <a:noFill/>
                      <a:prstDash val="solid"/>
                    </a:lnL>
                    <a:lnR w="12700" cmpd="sng">
                      <a:noFill/>
                      <a:prstDash val="solid"/>
                    </a:lnR>
                    <a:lnT w="12700" cmpd="sng">
                      <a:noFill/>
                      <a:prstDash val="solid"/>
                    </a:lnT>
                    <a:lnB w="6350" cap="flat" cmpd="sng" algn="ctr">
                      <a:noFill/>
                      <a:prstDash val="solid"/>
                    </a:lnB>
                    <a:noFill/>
                  </a:tcPr>
                </a:tc>
                <a:extLst>
                  <a:ext uri="{0D108BD9-81ED-4DB2-BD59-A6C34878D82A}">
                    <a16:rowId xmlns:a16="http://schemas.microsoft.com/office/drawing/2014/main" val="3768290329"/>
                  </a:ext>
                </a:extLst>
              </a:tr>
            </a:tbl>
          </a:graphicData>
        </a:graphic>
      </p:graphicFrame>
      <p:pic>
        <p:nvPicPr>
          <p:cNvPr id="3" name="Picture 2">
            <a:extLst>
              <a:ext uri="{FF2B5EF4-FFF2-40B4-BE49-F238E27FC236}">
                <a16:creationId xmlns:a16="http://schemas.microsoft.com/office/drawing/2014/main" id="{F4E7FB5C-A70F-5A44-4978-8D4B78630347}"/>
              </a:ext>
            </a:extLst>
          </p:cNvPr>
          <p:cNvPicPr>
            <a:picLocks noChangeAspect="1"/>
          </p:cNvPicPr>
          <p:nvPr/>
        </p:nvPicPr>
        <p:blipFill>
          <a:blip r:embed="rId3"/>
          <a:stretch>
            <a:fillRect/>
          </a:stretch>
        </p:blipFill>
        <p:spPr>
          <a:xfrm>
            <a:off x="228600" y="2438400"/>
            <a:ext cx="5604636" cy="3741094"/>
          </a:xfrm>
          <a:prstGeom prst="rect">
            <a:avLst/>
          </a:prstGeom>
        </p:spPr>
      </p:pic>
    </p:spTree>
    <p:extLst>
      <p:ext uri="{BB962C8B-B14F-4D97-AF65-F5344CB8AC3E}">
        <p14:creationId xmlns:p14="http://schemas.microsoft.com/office/powerpoint/2010/main" val="2125342959"/>
      </p:ext>
    </p:extLst>
  </p:cSld>
  <p:clrMapOvr>
    <a:masterClrMapping/>
  </p:clrMapOvr>
  <p:transition>
    <p:fade/>
  </p:transition>
</p:sld>
</file>

<file path=ppt/theme/theme1.xml><?xml version="1.0" encoding="utf-8"?>
<a:theme xmlns:a="http://schemas.openxmlformats.org/drawingml/2006/main" name="Chroma">
  <a:themeElements>
    <a:clrScheme name="Chroma">
      <a:dk1>
        <a:srgbClr val="131313"/>
      </a:dk1>
      <a:lt1>
        <a:sysClr val="window" lastClr="FFFFFF"/>
      </a:lt1>
      <a:dk2>
        <a:srgbClr val="0C233A"/>
      </a:dk2>
      <a:lt2>
        <a:srgbClr val="F5FAFD"/>
      </a:lt2>
      <a:accent1>
        <a:srgbClr val="4485DC"/>
      </a:accent1>
      <a:accent2>
        <a:srgbClr val="25AAD5"/>
      </a:accent2>
      <a:accent3>
        <a:srgbClr val="5BBEAC"/>
      </a:accent3>
      <a:accent4>
        <a:srgbClr val="6666E2"/>
      </a:accent4>
      <a:accent5>
        <a:srgbClr val="66C26C"/>
      </a:accent5>
      <a:accent6>
        <a:srgbClr val="10CF9B"/>
      </a:accent6>
      <a:hlink>
        <a:srgbClr val="4485DC"/>
      </a:hlink>
      <a:folHlink>
        <a:srgbClr val="25AAD5"/>
      </a:folHlink>
    </a:clrScheme>
    <a:fontScheme name="Custom 2">
      <a:majorFont>
        <a:latin typeface="Aptos Light"/>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roma" id="{DC2B181E-9B25-4FFB-A269-A81149E37B96}" vid="{FD28A279-D9A1-4F6C-9122-D382EE67827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75CE36B-7578-4CD8-A1EE-AB0D9EA3EA56}">
  <ds:schemaRefs>
    <ds:schemaRef ds:uri="http://schemas.microsoft.com/sharepoint/v3/contenttype/forms"/>
  </ds:schemaRefs>
</ds:datastoreItem>
</file>

<file path=customXml/itemProps2.xml><?xml version="1.0" encoding="utf-8"?>
<ds:datastoreItem xmlns:ds="http://schemas.openxmlformats.org/officeDocument/2006/customXml" ds:itemID="{D1765D7D-D5CE-4522-8099-745D903F48D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9145BFBA-5402-4A2B-A3EF-0CBC5F583F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Chroma</Template>
  <TotalTime>713</TotalTime>
  <Words>1268</Words>
  <Application>Microsoft Office PowerPoint</Application>
  <PresentationFormat>Widescreen</PresentationFormat>
  <Paragraphs>93</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Light</vt:lpstr>
      <vt:lpstr>Arial</vt:lpstr>
      <vt:lpstr>Calibri</vt:lpstr>
      <vt:lpstr>Chroma</vt:lpstr>
      <vt:lpstr>MuleSoft Integration Architecture and API-led Connectivity</vt:lpstr>
      <vt:lpstr>MuleSoft Integration Overview</vt:lpstr>
      <vt:lpstr>Introduction to MuleSoft Integration Architecture</vt:lpstr>
      <vt:lpstr>API-Led Connectivity Approach</vt:lpstr>
      <vt:lpstr>Anypoint Platform Components</vt:lpstr>
      <vt:lpstr>Core Components of Anypoint Platform</vt:lpstr>
      <vt:lpstr>Deployment and Security</vt:lpstr>
      <vt:lpstr>Deployment Models</vt:lpstr>
      <vt:lpstr>Security &amp; Governance</vt:lpstr>
      <vt:lpstr>Integration Patterns</vt:lpstr>
      <vt:lpstr>Common Integration Patterns</vt:lpstr>
      <vt:lpstr>Visual Representation</vt:lpstr>
      <vt:lpstr>MuleSoft Architecture Diagrams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Pasumarthi, Chandrasekhar (Cognizant)</cp:lastModifiedBy>
  <cp:revision>1</cp:revision>
  <dcterms:created xsi:type="dcterms:W3CDTF">2025-08-21T22:55:37Z</dcterms:created>
  <dcterms:modified xsi:type="dcterms:W3CDTF">2025-11-06T04:17:35Z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